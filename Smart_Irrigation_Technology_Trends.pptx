
<file path=[Content_Types].xml><?xml version="1.0" encoding="utf-8"?>
<Types xmlns="http://schemas.openxmlformats.org/package/2006/content-types">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docMetadata/LabelInfo.xml" ContentType="application/vnd.ms-office.classificationlabel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5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61" r:id="rId5"/>
    <p:sldId id="2562" r:id="rId6"/>
    <p:sldId id="2574" r:id="rId7"/>
    <p:sldId id="2563" r:id="rId8"/>
    <p:sldId id="2564" r:id="rId9"/>
    <p:sldId id="2565" r:id="rId10"/>
    <p:sldId id="2566" r:id="rId11"/>
    <p:sldId id="2567" r:id="rId12"/>
    <p:sldId id="2568" r:id="rId13"/>
    <p:sldId id="2569" r:id="rId14"/>
    <p:sldId id="2570" r:id="rId15"/>
    <p:sldId id="2571" r:id="rId16"/>
    <p:sldId id="2572" r:id="rId17"/>
    <p:sldId id="25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Technology Trends: Smart Irrigation" id="{0D13BFEE-2319-4DF7-BD0E-24277831FB88}">
          <p14:sldIdLst>
            <p14:sldId id="2561"/>
          </p14:sldIdLst>
        </p14:section>
        <p14:section name="Overview of Smart Irrigation" id="{13DA6710-A822-47C8-82BE-B3D349F37EA2}">
          <p14:sldIdLst>
            <p14:sldId id="2562"/>
            <p14:sldId id="2563"/>
            <p14:sldId id="2564"/>
          </p14:sldIdLst>
        </p14:section>
        <p14:section name="Technological Foundations" id="{2DA9E0CC-1399-43A2-9D4C-432D54881004}">
          <p14:sldIdLst>
            <p14:sldId id="2565"/>
            <p14:sldId id="2566"/>
          </p14:sldIdLst>
        </p14:section>
        <p14:section name="Impact and Challenges" id="{6B4791B7-5687-41A4-864E-A3C652CCF21F}">
          <p14:sldIdLst>
            <p14:sldId id="2567"/>
            <p14:sldId id="2568"/>
            <p14:sldId id="2569"/>
          </p14:sldIdLst>
        </p14:section>
        <p14:section name="Future Outlook" id="{1A91B055-D052-40D6-9833-FD019A85F4FF}">
          <p14:sldIdLst>
            <p14:sldId id="2570"/>
            <p14:sldId id="2571"/>
          </p14:sldIdLst>
        </p14:section>
        <p14:section name="Resources" id="{5BBF9B5A-59E9-441D-83DA-4F04DBDF861B}">
          <p14:sldIdLst>
            <p14:sldId id="2572"/>
            <p14:sldId id="2573"/>
          </p14:sldIdLst>
        </p14:section>
      </p14:sectionLst>
    </p:ext>
    <p:ext uri="{EFAFB233-063F-42B5-8137-9DF3F51BA10A}">
      <p15:sldGuideLst xmlns:p15="http://schemas.microsoft.com/office/powerpoint/2012/main" xmlns="">
        <p15:guide id="2" pos="3840">
          <p15:clr>
            <a:srgbClr val="A4A3A4"/>
          </p15:clr>
        </p15:guide>
        <p15:guide id="3" orient="horz" pos="2400">
          <p15:clr>
            <a:srgbClr val="A4A3A4"/>
          </p15:clr>
        </p15:guide>
        <p15:guide id="4" pos="5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915E92-EC60-4EDB-887F-E12A58548DA8}" v="16" dt="2025-11-05T22:05:18.8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100" d="100"/>
          <a:sy n="100" d="100"/>
        </p:scale>
        <p:origin x="29" y="-62"/>
      </p:cViewPr>
      <p:guideLst>
        <p:guide orient="horz" pos="2400"/>
        <p:guide pos="3840"/>
        <p:guide pos="5712"/>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EF649B-E7FC-479D-BB32-8F706D62C88A}" type="datetimeFigureOut">
              <a:rPr/>
              <a:pPr/>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ABE545-37C8-4342-BBE9-FF83DBCE442F}" type="slidenum">
              <a:rPr/>
              <a:pPr/>
              <a:t>‹N°›</a:t>
            </a:fld>
            <a:endParaRPr lang="en-US"/>
          </a:p>
        </p:txBody>
      </p:sp>
    </p:spTree>
    <p:extLst>
      <p:ext uri="{BB962C8B-B14F-4D97-AF65-F5344CB8AC3E}">
        <p14:creationId xmlns:p14="http://schemas.microsoft.com/office/powerpoint/2010/main" xmlns="" val="199113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9200C96-F29A-413B-8466-D38B9E02EBEB}" type="slidenum">
              <a:rPr/>
              <a:pPr/>
              <a:t>1</a:t>
            </a:fld>
            <a:endParaRPr lang="en-US"/>
          </a:p>
        </p:txBody>
      </p:sp>
    </p:spTree>
    <p:extLst>
      <p:ext uri="{BB962C8B-B14F-4D97-AF65-F5344CB8AC3E}">
        <p14:creationId xmlns:p14="http://schemas.microsoft.com/office/powerpoint/2010/main" xmlns="" val="2082152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Why Smart Irrigation?</a:t>
            </a:r>
          </a:p>
        </p:txBody>
      </p:sp>
      <p:sp>
        <p:nvSpPr>
          <p:cNvPr id="4" name="Slide Number Placeholder 3"/>
          <p:cNvSpPr>
            <a:spLocks noGrp="1"/>
          </p:cNvSpPr>
          <p:nvPr>
            <p:ph type="sldNum" sz="quarter" idx="5"/>
          </p:nvPr>
        </p:nvSpPr>
        <p:spPr/>
        <p:txBody>
          <a:bodyPr/>
          <a:lstStyle/>
          <a:p>
            <a:fld id="{39200C96-F29A-413B-8466-D38B9E02EBEB}" type="slidenum">
              <a:rPr/>
              <a:pPr/>
              <a:t>2</a:t>
            </a:fld>
            <a:endParaRPr lang="en-US"/>
          </a:p>
        </p:txBody>
      </p:sp>
    </p:spTree>
    <p:extLst>
      <p:ext uri="{BB962C8B-B14F-4D97-AF65-F5344CB8AC3E}">
        <p14:creationId xmlns:p14="http://schemas.microsoft.com/office/powerpoint/2010/main" xmlns="" val="2654645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Why Smart Irrigation?</a:t>
            </a:r>
          </a:p>
        </p:txBody>
      </p:sp>
      <p:sp>
        <p:nvSpPr>
          <p:cNvPr id="4" name="Slide Number Placeholder 3"/>
          <p:cNvSpPr>
            <a:spLocks noGrp="1"/>
          </p:cNvSpPr>
          <p:nvPr>
            <p:ph type="sldNum" sz="quarter" idx="5"/>
          </p:nvPr>
        </p:nvSpPr>
        <p:spPr/>
        <p:txBody>
          <a:bodyPr/>
          <a:lstStyle/>
          <a:p>
            <a:fld id="{39200C96-F29A-413B-8466-D38B9E02EBEB}" type="slidenum">
              <a:rPr/>
              <a:pPr/>
              <a:t>3</a:t>
            </a:fld>
            <a:endParaRPr lang="en-US"/>
          </a:p>
        </p:txBody>
      </p:sp>
    </p:spTree>
    <p:extLst>
      <p:ext uri="{BB962C8B-B14F-4D97-AF65-F5344CB8AC3E}">
        <p14:creationId xmlns:p14="http://schemas.microsoft.com/office/powerpoint/2010/main" xmlns="" val="2654645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Smart irrigation represents a transformative approach to agricultural water management, utilizing advanced technologies to optimize water usage. This method is increasingly vital in addressing global challenges such as water scarcity, climate change, and the growing demand for food production. By integrating digital tools and data-driven strategies, smart irrigation systems enable farmers to make informed decisions about when and how much to irrigate, thereby enhancing efficiency and sustainability. The concept is rooted in precision agriculture, where resources are managed with high accuracy to maximize productivity while minimizing environmental impact. As traditional irrigation methods often lead to water wastage and inconsistent crop yields, smart irrigation offers a promising alternative that aligns with modern agricultural needs.</a:t>
            </a:r>
          </a:p>
        </p:txBody>
      </p:sp>
      <p:sp>
        <p:nvSpPr>
          <p:cNvPr id="4" name="Slide Number Placeholder 3"/>
          <p:cNvSpPr>
            <a:spLocks noGrp="1"/>
          </p:cNvSpPr>
          <p:nvPr>
            <p:ph type="sldNum" sz="quarter" idx="5"/>
          </p:nvPr>
        </p:nvSpPr>
        <p:spPr/>
        <p:txBody>
          <a:bodyPr/>
          <a:lstStyle/>
          <a:p>
            <a:fld id="{39200C96-F29A-413B-8466-D38B9E02EBEB}" type="slidenum">
              <a:rPr/>
              <a:pPr/>
              <a:t>4</a:t>
            </a:fld>
            <a:endParaRPr lang="en-US"/>
          </a:p>
        </p:txBody>
      </p:sp>
    </p:spTree>
    <p:extLst>
      <p:ext uri="{BB962C8B-B14F-4D97-AF65-F5344CB8AC3E}">
        <p14:creationId xmlns:p14="http://schemas.microsoft.com/office/powerpoint/2010/main" xmlns="" val="2190108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adoption of smart irrigation is driven by several critical factors. Firstly, increasing water scarcity due to climate change and population growth necessitates more efficient water management practices. Agriculture consumes a significant portion of freshwater resources, making it imperative to optimize usage. Secondly, the need for sustainable agriculture is more pressing than ever, as environmental concerns and resource limitations challenge traditional farming methods. Thirdly, the rising global demand for food production requires innovative solutions to boost crop yields without depleting natural resources. Lastly, climate change introduces variability in weather patterns, making it difficult for farmers to rely on conventional irrigation schedules. Smart irrigation addresses these issues by providing real-time data and adaptive control mechanisms, ensuring that water is used judiciously and effectively.</a:t>
            </a:r>
          </a:p>
        </p:txBody>
      </p:sp>
      <p:sp>
        <p:nvSpPr>
          <p:cNvPr id="4" name="Slide Number Placeholder 3"/>
          <p:cNvSpPr>
            <a:spLocks noGrp="1"/>
          </p:cNvSpPr>
          <p:nvPr>
            <p:ph type="sldNum" sz="quarter" idx="5"/>
          </p:nvPr>
        </p:nvSpPr>
        <p:spPr/>
        <p:txBody>
          <a:bodyPr/>
          <a:lstStyle/>
          <a:p>
            <a:fld id="{39200C96-F29A-413B-8466-D38B9E02EBEB}" type="slidenum">
              <a:rPr/>
              <a:pPr/>
              <a:t>5</a:t>
            </a:fld>
            <a:endParaRPr lang="en-US"/>
          </a:p>
        </p:txBody>
      </p:sp>
    </p:spTree>
    <p:extLst>
      <p:ext uri="{BB962C8B-B14F-4D97-AF65-F5344CB8AC3E}">
        <p14:creationId xmlns:p14="http://schemas.microsoft.com/office/powerpoint/2010/main" xmlns="" val="3313295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Technologies in Smart Irrigation</a:t>
            </a:r>
          </a:p>
        </p:txBody>
      </p:sp>
      <p:sp>
        <p:nvSpPr>
          <p:cNvPr id="4" name="Slide Number Placeholder 3"/>
          <p:cNvSpPr>
            <a:spLocks noGrp="1"/>
          </p:cNvSpPr>
          <p:nvPr>
            <p:ph type="sldNum" sz="quarter" idx="5"/>
          </p:nvPr>
        </p:nvSpPr>
        <p:spPr/>
        <p:txBody>
          <a:bodyPr/>
          <a:lstStyle/>
          <a:p>
            <a:fld id="{39200C96-F29A-413B-8466-D38B9E02EBEB}" type="slidenum">
              <a:rPr/>
              <a:pPr/>
              <a:t>6</a:t>
            </a:fld>
            <a:endParaRPr lang="en-US"/>
          </a:p>
        </p:txBody>
      </p:sp>
    </p:spTree>
    <p:extLst>
      <p:ext uri="{BB962C8B-B14F-4D97-AF65-F5344CB8AC3E}">
        <p14:creationId xmlns:p14="http://schemas.microsoft.com/office/powerpoint/2010/main" xmlns="" val="1477635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Smart irrigation systems are built upon a suite of advanced technologies that work together to enhance water management. The Internet of Things (IoT) plays a central role by connecting various devices such as sensors, controllers, and actuators, enabling seamless communication and data exchange. Sensors are crucial for monitoring soil moisture, temperature, humidity, and other environmental parameters, providing the data needed for precise irrigation decisions. Artificial Intelligence (AI) adds a layer of intelligence by analyzing sensor data to predict irrigation needs and automate responses. AI algorithms can learn from historical data and adapt to changing conditions, improving accuracy over time. Cloud computing supports these technologies by offering scalable data storage and remote access, allowing farmers to monitor and control irrigation systems from anywhere. Together, these technologies create a robust framework for smart irrigation, transforming traditional practices into data-driven, efficient operations.</a:t>
            </a:r>
          </a:p>
        </p:txBody>
      </p:sp>
      <p:sp>
        <p:nvSpPr>
          <p:cNvPr id="4" name="Slide Number Placeholder 3"/>
          <p:cNvSpPr>
            <a:spLocks noGrp="1"/>
          </p:cNvSpPr>
          <p:nvPr>
            <p:ph type="sldNum" sz="quarter" idx="5"/>
          </p:nvPr>
        </p:nvSpPr>
        <p:spPr/>
        <p:txBody>
          <a:bodyPr/>
          <a:lstStyle/>
          <a:p>
            <a:fld id="{39200C96-F29A-413B-8466-D38B9E02EBEB}" type="slidenum">
              <a:rPr/>
              <a:pPr/>
              <a:t>7</a:t>
            </a:fld>
            <a:endParaRPr lang="en-US"/>
          </a:p>
        </p:txBody>
      </p:sp>
    </p:spTree>
    <p:extLst>
      <p:ext uri="{BB962C8B-B14F-4D97-AF65-F5344CB8AC3E}">
        <p14:creationId xmlns:p14="http://schemas.microsoft.com/office/powerpoint/2010/main" xmlns="" val="2805637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Benefits of Smart Irrigation, Challenges</a:t>
            </a:r>
          </a:p>
        </p:txBody>
      </p:sp>
      <p:sp>
        <p:nvSpPr>
          <p:cNvPr id="4" name="Slide Number Placeholder 3"/>
          <p:cNvSpPr>
            <a:spLocks noGrp="1"/>
          </p:cNvSpPr>
          <p:nvPr>
            <p:ph type="sldNum" sz="quarter" idx="5"/>
          </p:nvPr>
        </p:nvSpPr>
        <p:spPr/>
        <p:txBody>
          <a:bodyPr/>
          <a:lstStyle/>
          <a:p>
            <a:fld id="{39200C96-F29A-413B-8466-D38B9E02EBEB}" type="slidenum">
              <a:rPr/>
              <a:pPr/>
              <a:t>8</a:t>
            </a:fld>
            <a:endParaRPr lang="en-US"/>
          </a:p>
        </p:txBody>
      </p:sp>
    </p:spTree>
    <p:extLst>
      <p:ext uri="{BB962C8B-B14F-4D97-AF65-F5344CB8AC3E}">
        <p14:creationId xmlns:p14="http://schemas.microsoft.com/office/powerpoint/2010/main" xmlns="" val="68471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Smart irrigation offers numerous benefits that make it an attractive solution for modern agriculture. One of the most significant advantages is efficient water usage, which helps conserve a vital resource and reduce environmental impact. By delivering water precisely when and where it is needed, smart systems minimize waste and ensure optimal hydration for crops. This efficiency translates into improved crop yields, as plants receive consistent and adequate water supply. Additionally, smart irrigation reduces operational costs by automating processes and minimizing manual labor. Real-time monitoring and control capabilities allow farmers to respond quickly to changing conditions, enhancing resilience and productivity. Furthermore, the environmental sustainability of smart irrigation supports long-term agricultural viability, aligning with global efforts to combat climate change and promote responsible resource management.</a:t>
            </a:r>
          </a:p>
        </p:txBody>
      </p:sp>
      <p:sp>
        <p:nvSpPr>
          <p:cNvPr id="4" name="Slide Number Placeholder 3"/>
          <p:cNvSpPr>
            <a:spLocks noGrp="1"/>
          </p:cNvSpPr>
          <p:nvPr>
            <p:ph type="sldNum" sz="quarter" idx="5"/>
          </p:nvPr>
        </p:nvSpPr>
        <p:spPr/>
        <p:txBody>
          <a:bodyPr/>
          <a:lstStyle/>
          <a:p>
            <a:fld id="{39200C96-F29A-413B-8466-D38B9E02EBEB}" type="slidenum">
              <a:rPr/>
              <a:pPr/>
              <a:t>9</a:t>
            </a:fld>
            <a:endParaRPr lang="en-US"/>
          </a:p>
        </p:txBody>
      </p:sp>
    </p:spTree>
    <p:extLst>
      <p:ext uri="{BB962C8B-B14F-4D97-AF65-F5344CB8AC3E}">
        <p14:creationId xmlns:p14="http://schemas.microsoft.com/office/powerpoint/2010/main" xmlns="" val="2185625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advantages, smart irrigation faces several challenges that can hinder its widespread adoption. One major obstacle is the high initial investment required for equipment and infrastructure, which may be prohibitive for small-scale farmers. Technical complexity is another issue, as the integration and maintenance of advanced systems demand specialized knowledge and skills. Data privacy and security concerns also arise, especially when sensitive agricultural data is stored and transmitted over digital networks. Ensuring the integrity and confidentiality of this data is crucial for user trust and system reliability. Additionally, limited infrastructure in rural areas, such as internet connectivity and power supply, can restrict the deployment of smart irrigation technologies. Addressing these challenges requires coordinated efforts from governments, technology providers, and agricultural stakeholders to create supportive environments and accessible solutions.</a:t>
            </a:r>
          </a:p>
        </p:txBody>
      </p:sp>
      <p:sp>
        <p:nvSpPr>
          <p:cNvPr id="4" name="Slide Number Placeholder 3"/>
          <p:cNvSpPr>
            <a:spLocks noGrp="1"/>
          </p:cNvSpPr>
          <p:nvPr>
            <p:ph type="sldNum" sz="quarter" idx="5"/>
          </p:nvPr>
        </p:nvSpPr>
        <p:spPr/>
        <p:txBody>
          <a:bodyPr/>
          <a:lstStyle/>
          <a:p>
            <a:fld id="{39200C96-F29A-413B-8466-D38B9E02EBEB}" type="slidenum">
              <a:rPr/>
              <a:pPr/>
              <a:t>10</a:t>
            </a:fld>
            <a:endParaRPr lang="en-US"/>
          </a:p>
        </p:txBody>
      </p:sp>
    </p:spTree>
    <p:extLst>
      <p:ext uri="{BB962C8B-B14F-4D97-AF65-F5344CB8AC3E}">
        <p14:creationId xmlns:p14="http://schemas.microsoft.com/office/powerpoint/2010/main" xmlns="" val="3554987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Trends</a:t>
            </a:r>
          </a:p>
        </p:txBody>
      </p:sp>
      <p:sp>
        <p:nvSpPr>
          <p:cNvPr id="4" name="Slide Number Placeholder 3"/>
          <p:cNvSpPr>
            <a:spLocks noGrp="1"/>
          </p:cNvSpPr>
          <p:nvPr>
            <p:ph type="sldNum" sz="quarter" idx="5"/>
          </p:nvPr>
        </p:nvSpPr>
        <p:spPr/>
        <p:txBody>
          <a:bodyPr/>
          <a:lstStyle/>
          <a:p>
            <a:fld id="{39200C96-F29A-413B-8466-D38B9E02EBEB}" type="slidenum">
              <a:rPr/>
              <a:pPr/>
              <a:t>11</a:t>
            </a:fld>
            <a:endParaRPr lang="en-US"/>
          </a:p>
        </p:txBody>
      </p:sp>
    </p:spTree>
    <p:extLst>
      <p:ext uri="{BB962C8B-B14F-4D97-AF65-F5344CB8AC3E}">
        <p14:creationId xmlns:p14="http://schemas.microsoft.com/office/powerpoint/2010/main" xmlns="" val="860859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future of smart irrigation is shaped by emerging trends that promise to further enhance its capabilities and accessibility. One notable development is the integration of drones and satellite imaging, which provide high-resolution data on crop health and soil conditions, enabling more precise irrigation planning. Advanced AI technologies are also expected to play a greater role, with autonomous systems capable of making complex decisions without human intervention. These systems can continuously learn and adapt, improving efficiency and responsiveness. Blockchain technology is gaining attention for its potential to ensure data integrity and transparency, particularly in supply chain and resource management. Moreover, the expansion of smart irrigation in developing regions is anticipated, driven by the need for sustainable agricultural practices and supported by international initiatives. These trends indicate a dynamic and promising future for smart irrigation, with ongoing innovation and broader adoption on the horizon.</a:t>
            </a:r>
          </a:p>
        </p:txBody>
      </p:sp>
      <p:sp>
        <p:nvSpPr>
          <p:cNvPr id="4" name="Slide Number Placeholder 3"/>
          <p:cNvSpPr>
            <a:spLocks noGrp="1"/>
          </p:cNvSpPr>
          <p:nvPr>
            <p:ph type="sldNum" sz="quarter" idx="5"/>
          </p:nvPr>
        </p:nvSpPr>
        <p:spPr/>
        <p:txBody>
          <a:bodyPr/>
          <a:lstStyle/>
          <a:p>
            <a:fld id="{39200C96-F29A-413B-8466-D38B9E02EBEB}" type="slidenum">
              <a:rPr/>
              <a:pPr/>
              <a:t>12</a:t>
            </a:fld>
            <a:endParaRPr lang="en-US"/>
          </a:p>
        </p:txBody>
      </p:sp>
    </p:spTree>
    <p:extLst>
      <p:ext uri="{BB962C8B-B14F-4D97-AF65-F5344CB8AC3E}">
        <p14:creationId xmlns:p14="http://schemas.microsoft.com/office/powerpoint/2010/main" xmlns="" val="691538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a:t>
            </a:r>
          </a:p>
        </p:txBody>
      </p:sp>
      <p:sp>
        <p:nvSpPr>
          <p:cNvPr id="4" name="Slide Number Placeholder 3"/>
          <p:cNvSpPr>
            <a:spLocks noGrp="1"/>
          </p:cNvSpPr>
          <p:nvPr>
            <p:ph type="sldNum" sz="quarter" idx="5"/>
          </p:nvPr>
        </p:nvSpPr>
        <p:spPr/>
        <p:txBody>
          <a:bodyPr/>
          <a:lstStyle/>
          <a:p>
            <a:fld id="{39200C96-F29A-413B-8466-D38B9E02EBEB}" type="slidenum">
              <a:rPr/>
              <a:pPr/>
              <a:t>13</a:t>
            </a:fld>
            <a:endParaRPr lang="en-US"/>
          </a:p>
        </p:txBody>
      </p:sp>
    </p:spTree>
    <p:extLst>
      <p:ext uri="{BB962C8B-B14F-4D97-AF65-F5344CB8AC3E}">
        <p14:creationId xmlns:p14="http://schemas.microsoft.com/office/powerpoint/2010/main" xmlns="" val="2469337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support the insights presented in this discussion on smart irrigation, several authoritative sources have been referenced. The Food and Agriculture Organization (FAO) provides comprehensive reports on smart agriculture and water management strategies. IEEE publications offer technical perspectives on the application of IoT and AI in agricultural contexts. ResearchGate hosts numerous academic papers detailing the design and implementation of smart irrigation systems. The World Bank contributes valuable data and analysis on water management technologies and their impact on global agriculture. These resources collectively offer a robust foundation for understanding the current state and future potential of smart irrigation technologies.</a:t>
            </a:r>
          </a:p>
        </p:txBody>
      </p:sp>
      <p:sp>
        <p:nvSpPr>
          <p:cNvPr id="4" name="Slide Number Placeholder 3"/>
          <p:cNvSpPr>
            <a:spLocks noGrp="1"/>
          </p:cNvSpPr>
          <p:nvPr>
            <p:ph type="sldNum" sz="quarter" idx="5"/>
          </p:nvPr>
        </p:nvSpPr>
        <p:spPr/>
        <p:txBody>
          <a:bodyPr/>
          <a:lstStyle/>
          <a:p>
            <a:fld id="{39200C96-F29A-413B-8466-D38B9E02EBEB}" type="slidenum">
              <a:rPr/>
              <a:pPr/>
              <a:t>14</a:t>
            </a:fld>
            <a:endParaRPr lang="en-US"/>
          </a:p>
        </p:txBody>
      </p:sp>
    </p:spTree>
    <p:extLst>
      <p:ext uri="{BB962C8B-B14F-4D97-AF65-F5344CB8AC3E}">
        <p14:creationId xmlns:p14="http://schemas.microsoft.com/office/powerpoint/2010/main" xmlns="" val="4271430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991F1F1F-529D-951D-8998-9FD228680458}"/>
              </a:ext>
              <a:ext uri="{C183D7F6-B498-43B3-948B-1728B52AA6E4}">
                <adec:decorative xmlns:adec="http://schemas.microsoft.com/office/drawing/2017/decorative" xmlns=""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xmlns=""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xmlns="" id="{EB7C80C7-9901-8D58-5EFA-FDA2F7C042A7}"/>
              </a:ext>
              <a:ext uri="{C183D7F6-B498-43B3-948B-1728B52AA6E4}">
                <adec:decorative xmlns:adec="http://schemas.microsoft.com/office/drawing/2017/decorative" xmlns=""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xmlns="" id="{C5CFCDD4-34E8-AC06-3D5E-32D562BE730C}"/>
              </a:ext>
              <a:ext uri="{C183D7F6-B498-43B3-948B-1728B52AA6E4}">
                <adec:decorative xmlns:adec="http://schemas.microsoft.com/office/drawing/2017/decorative" xmlns=""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xmlns="" id="{9F538DF1-F279-6FD3-54B3-F49AECD5CA4E}"/>
              </a:ext>
              <a:ext uri="{C183D7F6-B498-43B3-948B-1728B52AA6E4}">
                <adec:decorative xmlns:adec="http://schemas.microsoft.com/office/drawing/2017/decorative" xmlns=""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xmlns="" id="{ACE14AE4-9B80-2D91-30D5-79C8F7316FE1}"/>
              </a:ext>
              <a:ext uri="{C183D7F6-B498-43B3-948B-1728B52AA6E4}">
                <adec:decorative xmlns:adec="http://schemas.microsoft.com/office/drawing/2017/decorative" xmlns=""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xmlns="" id="{2CF8DFF4-76F9-31A0-19A9-5C48DBA8402A}"/>
              </a:ext>
              <a:ext uri="{C183D7F6-B498-43B3-948B-1728B52AA6E4}">
                <adec:decorative xmlns:adec="http://schemas.microsoft.com/office/drawing/2017/decorative" xmlns=""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xmlns="" id="{F53BFCF5-9D37-8A22-F17B-F82C331AB93E}"/>
              </a:ext>
              <a:ext uri="{C183D7F6-B498-43B3-948B-1728B52AA6E4}">
                <adec:decorative xmlns:adec="http://schemas.microsoft.com/office/drawing/2017/decorative" xmlns=""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xmlns="" id="{B84818A0-64B3-C900-227E-6697BD355586}"/>
              </a:ext>
              <a:ext uri="{C183D7F6-B498-43B3-948B-1728B52AA6E4}">
                <adec:decorative xmlns:adec="http://schemas.microsoft.com/office/drawing/2017/decorative" xmlns=""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71889346"/>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xmlns="" id="{4B4D7EEE-3F20-B2B4-7D54-21F10FBB7103}"/>
              </a:ext>
              <a:ext uri="{C183D7F6-B498-43B3-948B-1728B52AA6E4}">
                <adec:decorative xmlns:adec="http://schemas.microsoft.com/office/drawing/2017/decorative" xmlns=""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3D14A887-2B1E-D45C-A860-7576EECCCE59}"/>
              </a:ext>
              <a:ext uri="{C183D7F6-B498-43B3-948B-1728B52AA6E4}">
                <adec:decorative xmlns:adec="http://schemas.microsoft.com/office/drawing/2017/decorative" xmlns=""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82355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xmlns="" id="{7BC39494-3950-2F31-67EE-A97EF404ECC7}"/>
              </a:ext>
              <a:ext uri="{C183D7F6-B498-43B3-948B-1728B52AA6E4}">
                <adec:decorative xmlns:adec="http://schemas.microsoft.com/office/drawing/2017/decorative" xmlns=""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xmlns=""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cstate="print">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04143961"/>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6EC4C4F1-F617-6FB9-9BD5-B5DBBFC44248}"/>
              </a:ext>
              <a:ext uri="{C183D7F6-B498-43B3-948B-1728B52AA6E4}">
                <adec:decorative xmlns:adec="http://schemas.microsoft.com/office/drawing/2017/decorative" xmlns=""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‹N°›</a:t>
            </a:fld>
            <a:endParaRPr lang="en-US"/>
          </a:p>
        </p:txBody>
      </p:sp>
      <p:sp>
        <p:nvSpPr>
          <p:cNvPr id="12" name="Picture Placeholder 11">
            <a:extLst>
              <a:ext uri="{FF2B5EF4-FFF2-40B4-BE49-F238E27FC236}">
                <a16:creationId xmlns:a16="http://schemas.microsoft.com/office/drawing/2014/main" xmlns=""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cstate="print">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xmlns="" val="1797241592"/>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517AA509-9E9D-A20A-8724-B81BD6250BB3}"/>
              </a:ext>
              <a:ext uri="{C183D7F6-B498-43B3-948B-1728B52AA6E4}">
                <adec:decorative xmlns:adec="http://schemas.microsoft.com/office/drawing/2017/decorative" xmlns=""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xmlns="" id="{917E1B40-D55A-B032-83DE-BA7F5E6C064D}"/>
              </a:ext>
              <a:ext uri="{C183D7F6-B498-43B3-948B-1728B52AA6E4}">
                <adec:decorative xmlns:adec="http://schemas.microsoft.com/office/drawing/2017/decorative" xmlns=""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xmlns=""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cstate="print">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051573077"/>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xmlns="" id="{2D53BDBA-DB09-D6B9-55BD-7CE920601DE6}"/>
              </a:ext>
              <a:ext uri="{C183D7F6-B498-43B3-948B-1728B52AA6E4}">
                <adec:decorative xmlns:adec="http://schemas.microsoft.com/office/drawing/2017/decorative" xmlns=""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xmlns="" id="{DDE88767-C9F4-2EC7-5A08-5EEF70570623}"/>
              </a:ext>
              <a:ext uri="{C183D7F6-B498-43B3-948B-1728B52AA6E4}">
                <adec:decorative xmlns:adec="http://schemas.microsoft.com/office/drawing/2017/decorative" xmlns=""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xmlns="" id="{22DF90CF-E915-3FAA-6D1B-5532757DA938}"/>
              </a:ext>
              <a:ext uri="{C183D7F6-B498-43B3-948B-1728B52AA6E4}">
                <adec:decorative xmlns:adec="http://schemas.microsoft.com/office/drawing/2017/decorative" xmlns=""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xmlns="" id="{51EC8234-FAD3-C4B9-3327-8280CD8C0A1C}"/>
              </a:ext>
              <a:ext uri="{C183D7F6-B498-43B3-948B-1728B52AA6E4}">
                <adec:decorative xmlns:adec="http://schemas.microsoft.com/office/drawing/2017/decorative" xmlns=""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xmlns="" id="{A235A8A9-7921-40D3-7DC6-4DBF611511EB}"/>
              </a:ext>
              <a:ext uri="{C183D7F6-B498-43B3-948B-1728B52AA6E4}">
                <adec:decorative xmlns:adec="http://schemas.microsoft.com/office/drawing/2017/decorative" xmlns=""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94701356"/>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xmlns="" id="{6BD474FB-CFF8-B79D-5078-AA9087126653}"/>
              </a:ext>
              <a:ext uri="{C183D7F6-B498-43B3-948B-1728B52AA6E4}">
                <adec:decorative xmlns:adec="http://schemas.microsoft.com/office/drawing/2017/decorative" xmlns=""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xmlns="" id="{B3E84859-A999-1994-C7B1-B14094E2F697}"/>
              </a:ext>
              <a:ext uri="{C183D7F6-B498-43B3-948B-1728B52AA6E4}">
                <adec:decorative xmlns:adec="http://schemas.microsoft.com/office/drawing/2017/decorative" xmlns=""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xmlns="" id="{66BE7161-6707-3DA3-0610-D730D37B3FF5}"/>
              </a:ext>
              <a:ext uri="{C183D7F6-B498-43B3-948B-1728B52AA6E4}">
                <adec:decorative xmlns:adec="http://schemas.microsoft.com/office/drawing/2017/decorative" xmlns=""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xmlns="" id="{E2930EB2-9690-5631-2DA9-45C97BC1BD8C}"/>
              </a:ext>
              <a:ext uri="{C183D7F6-B498-43B3-948B-1728B52AA6E4}">
                <adec:decorative xmlns:adec="http://schemas.microsoft.com/office/drawing/2017/decorative" xmlns=""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xmlns="" id="{4A830E53-BE20-D6B0-55DA-07BA8E8F50C7}"/>
              </a:ext>
              <a:ext uri="{C183D7F6-B498-43B3-948B-1728B52AA6E4}">
                <adec:decorative xmlns:adec="http://schemas.microsoft.com/office/drawing/2017/decorative" xmlns=""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xmlns="" id="{5158B587-0CE2-B01C-8B0A-CBEF551B6525}"/>
              </a:ext>
              <a:ext uri="{C183D7F6-B498-43B3-948B-1728B52AA6E4}">
                <adec:decorative xmlns:adec="http://schemas.microsoft.com/office/drawing/2017/decorative" xmlns=""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xmlns="" id="{327D8A10-5F2A-A48F-C95C-C73326130C47}"/>
              </a:ext>
              <a:ext uri="{C183D7F6-B498-43B3-948B-1728B52AA6E4}">
                <adec:decorative xmlns:adec="http://schemas.microsoft.com/office/drawing/2017/decorative" xmlns=""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xmlns="" id="{CE6710A2-3595-8D6A-7D6D-654CE6608B59}"/>
              </a:ext>
              <a:ext uri="{C183D7F6-B498-43B3-948B-1728B52AA6E4}">
                <adec:decorative xmlns:adec="http://schemas.microsoft.com/office/drawing/2017/decorative" xmlns=""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xmlns="" id="{ED270219-E749-5081-1B2A-D798308B7EC7}"/>
              </a:ext>
              <a:ext uri="{C183D7F6-B498-43B3-948B-1728B52AA6E4}">
                <adec:decorative xmlns:adec="http://schemas.microsoft.com/office/drawing/2017/decorative" xmlns=""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xmlns="" id="{0FA42E4F-10EE-3D3B-9673-876F9964214B}"/>
              </a:ext>
              <a:ext uri="{C183D7F6-B498-43B3-948B-1728B52AA6E4}">
                <adec:decorative xmlns:adec="http://schemas.microsoft.com/office/drawing/2017/decorative" xmlns=""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xmlns="" id="{0ECC2A0F-6F24-22AF-52E4-F86A38BCE0EE}"/>
              </a:ext>
              <a:ext uri="{C183D7F6-B498-43B3-948B-1728B52AA6E4}">
                <adec:decorative xmlns:adec="http://schemas.microsoft.com/office/drawing/2017/decorative" xmlns=""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xmlns="" id="{FB2CFB81-7779-1B49-0B2F-E561B5CA2524}"/>
              </a:ext>
              <a:ext uri="{C183D7F6-B498-43B3-948B-1728B52AA6E4}">
                <adec:decorative xmlns:adec="http://schemas.microsoft.com/office/drawing/2017/decorative" xmlns=""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xmlns="" id="{66B2B2F7-F932-B3F7-B12B-DD496BCF5DEC}"/>
              </a:ext>
              <a:ext uri="{C183D7F6-B498-43B3-948B-1728B52AA6E4}">
                <adec:decorative xmlns:adec="http://schemas.microsoft.com/office/drawing/2017/decorative" xmlns=""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xmlns="" id="{F8E3AA04-6BCE-48F3-2DF8-7552314FCAAB}"/>
              </a:ext>
              <a:ext uri="{C183D7F6-B498-43B3-948B-1728B52AA6E4}">
                <adec:decorative xmlns:adec="http://schemas.microsoft.com/office/drawing/2017/decorative" xmlns=""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xmlns="" id="{54341281-F9D6-F344-46C3-8DBBD6DF51EE}"/>
              </a:ext>
              <a:ext uri="{C183D7F6-B498-43B3-948B-1728B52AA6E4}">
                <adec:decorative xmlns:adec="http://schemas.microsoft.com/office/drawing/2017/decorative" xmlns=""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xmlns="" id="{611AF218-345A-4D7C-CE37-7DCB2974041A}"/>
              </a:ext>
              <a:ext uri="{C183D7F6-B498-43B3-948B-1728B52AA6E4}">
                <adec:decorative xmlns:adec="http://schemas.microsoft.com/office/drawing/2017/decorative" xmlns=""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xmlns="" id="{22AEA175-6A4C-F30D-04E9-B38B6170B463}"/>
              </a:ext>
              <a:ext uri="{C183D7F6-B498-43B3-948B-1728B52AA6E4}">
                <adec:decorative xmlns:adec="http://schemas.microsoft.com/office/drawing/2017/decorative" xmlns=""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593881873"/>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xmlns="" id="{80C832CB-AEBA-0166-62A1-DD6E746FAB7F}"/>
              </a:ext>
              <a:ext uri="{C183D7F6-B498-43B3-948B-1728B52AA6E4}">
                <adec:decorative xmlns:adec="http://schemas.microsoft.com/office/drawing/2017/decorative" xmlns=""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xmlns="" id="{88505AB7-BA37-773F-31FB-F501EEEF88B1}"/>
              </a:ext>
              <a:ext uri="{C183D7F6-B498-43B3-948B-1728B52AA6E4}">
                <adec:decorative xmlns:adec="http://schemas.microsoft.com/office/drawing/2017/decorative" xmlns=""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xmlns="" id="{35C569D5-52BD-189D-B98D-F7CE32330DD6}"/>
              </a:ext>
              <a:ext uri="{C183D7F6-B498-43B3-948B-1728B52AA6E4}">
                <adec:decorative xmlns:adec="http://schemas.microsoft.com/office/drawing/2017/decorative" xmlns=""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xmlns="" id="{4CF4DD73-D0F0-03A5-1E13-251B82F21AAF}"/>
              </a:ext>
              <a:ext uri="{C183D7F6-B498-43B3-948B-1728B52AA6E4}">
                <adec:decorative xmlns:adec="http://schemas.microsoft.com/office/drawing/2017/decorative" xmlns=""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973089682"/>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683A7C6D-ED5C-F10A-9B7A-D50F2F7C2F5D}"/>
              </a:ext>
              <a:ext uri="{C183D7F6-B498-43B3-948B-1728B52AA6E4}">
                <adec:decorative xmlns:adec="http://schemas.microsoft.com/office/drawing/2017/decorative" xmlns=""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xmlns="" id="{AACD8403-BC09-71C7-7B6D-217853DCFD07}"/>
              </a:ext>
              <a:ext uri="{C183D7F6-B498-43B3-948B-1728B52AA6E4}">
                <adec:decorative xmlns:adec="http://schemas.microsoft.com/office/drawing/2017/decorative" xmlns=""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xmlns="" id="{460A1D3A-4B9C-1E98-0477-3EC5B2BD2B97}"/>
              </a:ext>
              <a:ext uri="{C183D7F6-B498-43B3-948B-1728B52AA6E4}">
                <adec:decorative xmlns:adec="http://schemas.microsoft.com/office/drawing/2017/decorative" xmlns=""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xmlns="" id="{36121201-FE85-A6B4-D69A-BAB546EB7E3F}"/>
              </a:ext>
              <a:ext uri="{C183D7F6-B498-43B3-948B-1728B52AA6E4}">
                <adec:decorative xmlns:adec="http://schemas.microsoft.com/office/drawing/2017/decorative" xmlns=""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xmlns="" id="{DCF9C51F-6F42-6E6B-E0B4-F974E5EBE4E4}"/>
              </a:ext>
              <a:ext uri="{C183D7F6-B498-43B3-948B-1728B52AA6E4}">
                <adec:decorative xmlns:adec="http://schemas.microsoft.com/office/drawing/2017/decorative" xmlns=""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xmlns="" id="{58E823D5-E00D-374C-C9C4-89F0DEE0895E}"/>
              </a:ext>
              <a:ext uri="{C183D7F6-B498-43B3-948B-1728B52AA6E4}">
                <adec:decorative xmlns:adec="http://schemas.microsoft.com/office/drawing/2017/decorative" xmlns=""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xmlns="" id="{DEAEAFCA-59DA-7657-B619-585D019726F2}"/>
              </a:ext>
              <a:ext uri="{C183D7F6-B498-43B3-948B-1728B52AA6E4}">
                <adec:decorative xmlns:adec="http://schemas.microsoft.com/office/drawing/2017/decorative" xmlns=""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xmlns="" id="{DE65D22A-C0F8-99FF-6996-9BFC9E6F60A3}"/>
              </a:ext>
              <a:ext uri="{C183D7F6-B498-43B3-948B-1728B52AA6E4}">
                <adec:decorative xmlns:adec="http://schemas.microsoft.com/office/drawing/2017/decorative" xmlns=""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xmlns="" id="{8927AE5A-7EFD-FA1A-1318-2D4C31F7F947}"/>
              </a:ext>
              <a:ext uri="{C183D7F6-B498-43B3-948B-1728B52AA6E4}">
                <adec:decorative xmlns:adec="http://schemas.microsoft.com/office/drawing/2017/decorative" xmlns=""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xmlns="" id="{2A4C1795-40D5-B58A-3443-0A34871897D8}"/>
              </a:ext>
              <a:ext uri="{C183D7F6-B498-43B3-948B-1728B52AA6E4}">
                <adec:decorative xmlns:adec="http://schemas.microsoft.com/office/drawing/2017/decorative" xmlns=""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xmlns="" id="{B242CF66-204A-86E1-363F-7341DB69E621}"/>
              </a:ext>
              <a:ext uri="{C183D7F6-B498-43B3-948B-1728B52AA6E4}">
                <adec:decorative xmlns:adec="http://schemas.microsoft.com/office/drawing/2017/decorative" xmlns=""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xmlns="" id="{D2C23FB5-588B-C408-B8F1-4C0C2288C779}"/>
              </a:ext>
              <a:ext uri="{C183D7F6-B498-43B3-948B-1728B52AA6E4}">
                <adec:decorative xmlns:adec="http://schemas.microsoft.com/office/drawing/2017/decorative" xmlns=""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xmlns="" id="{D6B9F2D7-DBD5-E3A1-F964-7F497F2978E8}"/>
              </a:ext>
              <a:ext uri="{C183D7F6-B498-43B3-948B-1728B52AA6E4}">
                <adec:decorative xmlns:adec="http://schemas.microsoft.com/office/drawing/2017/decorative" xmlns=""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xmlns="" id="{11CEC531-1B48-2230-DE41-BC9CA45187CD}"/>
              </a:ext>
              <a:ext uri="{C183D7F6-B498-43B3-948B-1728B52AA6E4}">
                <adec:decorative xmlns:adec="http://schemas.microsoft.com/office/drawing/2017/decorative" xmlns=""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xmlns="" id="{8F4451F1-81CD-F70C-A4AA-CE199DCE36C3}"/>
              </a:ext>
              <a:ext uri="{C183D7F6-B498-43B3-948B-1728B52AA6E4}">
                <adec:decorative xmlns:adec="http://schemas.microsoft.com/office/drawing/2017/decorative" xmlns=""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xmlns="" id="{2ABB8939-53DF-C7A5-9245-D6F08BF83004}"/>
              </a:ext>
              <a:ext uri="{C183D7F6-B498-43B3-948B-1728B52AA6E4}">
                <adec:decorative xmlns:adec="http://schemas.microsoft.com/office/drawing/2017/decorative" xmlns=""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xmlns="" id="{A0FDE995-8E9D-5FF9-06B2-F751EB07A629}"/>
              </a:ext>
              <a:ext uri="{C183D7F6-B498-43B3-948B-1728B52AA6E4}">
                <adec:decorative xmlns:adec="http://schemas.microsoft.com/office/drawing/2017/decorative" xmlns=""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xmlns="" id="{F0BAC55E-57CC-0335-6D52-7A49EDDF5806}"/>
              </a:ext>
              <a:ext uri="{C183D7F6-B498-43B3-948B-1728B52AA6E4}">
                <adec:decorative xmlns:adec="http://schemas.microsoft.com/office/drawing/2017/decorative" xmlns=""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xmlns="" id="{9DB1B58E-DBD8-7EB5-C28A-EA8EE53002DD}"/>
              </a:ext>
              <a:ext uri="{C183D7F6-B498-43B3-948B-1728B52AA6E4}">
                <adec:decorative xmlns:adec="http://schemas.microsoft.com/office/drawing/2017/decorative" xmlns=""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xmlns="" id="{FC32AF3E-766E-C7E5-CA07-9BD1C23C5FE2}"/>
              </a:ext>
              <a:ext uri="{C183D7F6-B498-43B3-948B-1728B52AA6E4}">
                <adec:decorative xmlns:adec="http://schemas.microsoft.com/office/drawing/2017/decorative" xmlns=""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xmlns="" id="{2679563B-C259-84C9-F63F-8B34A86A8A5D}"/>
              </a:ext>
              <a:ext uri="{C183D7F6-B498-43B3-948B-1728B52AA6E4}">
                <adec:decorative xmlns:adec="http://schemas.microsoft.com/office/drawing/2017/decorative" xmlns=""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xmlns="" id="{3D919FDC-A16A-3274-D393-FB941E11AF63}"/>
              </a:ext>
              <a:ext uri="{C183D7F6-B498-43B3-948B-1728B52AA6E4}">
                <adec:decorative xmlns:adec="http://schemas.microsoft.com/office/drawing/2017/decorative" xmlns=""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xmlns="" id="{5EB87003-E893-682A-8808-56A5504F09A9}"/>
              </a:ext>
              <a:ext uri="{C183D7F6-B498-43B3-948B-1728B52AA6E4}">
                <adec:decorative xmlns:adec="http://schemas.microsoft.com/office/drawing/2017/decorative" xmlns=""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xmlns="" id="{E75FC013-D8DA-B097-03AB-4C56BCB69DF4}"/>
              </a:ext>
              <a:ext uri="{C183D7F6-B498-43B3-948B-1728B52AA6E4}">
                <adec:decorative xmlns:adec="http://schemas.microsoft.com/office/drawing/2017/decorative" xmlns=""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xmlns="" id="{37D2FA6A-C8A2-F4D7-4C37-FCB1F75506AF}"/>
              </a:ext>
              <a:ext uri="{C183D7F6-B498-43B3-948B-1728B52AA6E4}">
                <adec:decorative xmlns:adec="http://schemas.microsoft.com/office/drawing/2017/decorative" xmlns=""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xmlns="" id="{3F390515-CC34-85C1-E912-31F0BAB05B87}"/>
              </a:ext>
              <a:ext uri="{C183D7F6-B498-43B3-948B-1728B52AA6E4}">
                <adec:decorative xmlns:adec="http://schemas.microsoft.com/office/drawing/2017/decorative" xmlns=""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xmlns=""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xmlns=""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xmlns=""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194860884"/>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5B777D86-8A4A-3994-9C23-DAF09A566179}"/>
              </a:ext>
              <a:ext uri="{C183D7F6-B498-43B3-948B-1728B52AA6E4}">
                <adec:decorative xmlns:adec="http://schemas.microsoft.com/office/drawing/2017/decorative" xmlns=""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xmlns="" id="{8AAFD050-3308-6994-49B7-CD76BD053716}"/>
              </a:ext>
              <a:ext uri="{C183D7F6-B498-43B3-948B-1728B52AA6E4}">
                <adec:decorative xmlns:adec="http://schemas.microsoft.com/office/drawing/2017/decorative" xmlns=""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xmlns=""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xmlns=""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11/5/2025</a:t>
            </a:fld>
            <a:endParaRPr lang="en-US"/>
          </a:p>
        </p:txBody>
      </p:sp>
      <p:sp>
        <p:nvSpPr>
          <p:cNvPr id="6" name="Slide Number Placeholder 5">
            <a:extLst>
              <a:ext uri="{FF2B5EF4-FFF2-40B4-BE49-F238E27FC236}">
                <a16:creationId xmlns:a16="http://schemas.microsoft.com/office/drawing/2014/main" xmlns=""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‹N°›</a:t>
            </a:fld>
            <a:endParaRPr lang="en-US" dirty="0"/>
          </a:p>
        </p:txBody>
      </p:sp>
    </p:spTree>
    <p:extLst>
      <p:ext uri="{BB962C8B-B14F-4D97-AF65-F5344CB8AC3E}">
        <p14:creationId xmlns:p14="http://schemas.microsoft.com/office/powerpoint/2010/main" xmlns="" val="319848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B023C787-8247-8AE4-4A89-F49E9A2F4597}"/>
              </a:ext>
              <a:ext uri="{C183D7F6-B498-43B3-948B-1728B52AA6E4}">
                <adec:decorative xmlns:adec="http://schemas.microsoft.com/office/drawing/2017/decorative" xmlns=""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xmlns="" id="{3454C6BB-41C2-3E8B-5E10-69EA999E5269}"/>
              </a:ext>
              <a:ext uri="{C183D7F6-B498-43B3-948B-1728B52AA6E4}">
                <adec:decorative xmlns:adec="http://schemas.microsoft.com/office/drawing/2017/decorative" xmlns=""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xmlns="" id="{E2FCB797-75BA-6695-B1F5-95F98AA56974}"/>
              </a:ext>
              <a:ext uri="{C183D7F6-B498-43B3-948B-1728B52AA6E4}">
                <adec:decorative xmlns:adec="http://schemas.microsoft.com/office/drawing/2017/decorative" xmlns=""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xmlns="" id="{26BE6C19-8AB3-EB8A-0046-CE2A9F335261}"/>
              </a:ext>
              <a:ext uri="{C183D7F6-B498-43B3-948B-1728B52AA6E4}">
                <adec:decorative xmlns:adec="http://schemas.microsoft.com/office/drawing/2017/decorative" xmlns=""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xmlns="" id="{8743BD34-9F6D-F324-B5E0-9977782FE9E3}"/>
              </a:ext>
              <a:ext uri="{C183D7F6-B498-43B3-948B-1728B52AA6E4}">
                <adec:decorative xmlns:adec="http://schemas.microsoft.com/office/drawing/2017/decorative" xmlns=""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xmlns="" id="{C0126C36-6D13-E4FC-D4B0-5A27F0295EC7}"/>
              </a:ext>
              <a:ext uri="{C183D7F6-B498-43B3-948B-1728B52AA6E4}">
                <adec:decorative xmlns:adec="http://schemas.microsoft.com/office/drawing/2017/decorative" xmlns=""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xmlns="" id="{DD9A72C9-D087-57DB-E80B-80F9DA79BBF7}"/>
              </a:ext>
              <a:ext uri="{C183D7F6-B498-43B3-948B-1728B52AA6E4}">
                <adec:decorative xmlns:adec="http://schemas.microsoft.com/office/drawing/2017/decorative" xmlns=""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xmlns="" id="{991D62F8-71F6-C0A1-E434-726BC3380EC8}"/>
              </a:ext>
              <a:ext uri="{C183D7F6-B498-43B3-948B-1728B52AA6E4}">
                <adec:decorative xmlns:adec="http://schemas.microsoft.com/office/drawing/2017/decorative" xmlns=""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xmlns="" id="{0792375C-A706-3327-4EDD-F1AFA17F8BBE}"/>
              </a:ext>
              <a:ext uri="{C183D7F6-B498-43B3-948B-1728B52AA6E4}">
                <adec:decorative xmlns:adec="http://schemas.microsoft.com/office/drawing/2017/decorative" xmlns=""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xmlns="" id="{D4995870-0F7A-ED05-3CD0-6DF3C52E4C83}"/>
              </a:ext>
              <a:ext uri="{C183D7F6-B498-43B3-948B-1728B52AA6E4}">
                <adec:decorative xmlns:adec="http://schemas.microsoft.com/office/drawing/2017/decorative" xmlns=""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xmlns="" id="{6BAE8B52-9F87-5627-21B5-470C47415917}"/>
              </a:ext>
              <a:ext uri="{C183D7F6-B498-43B3-948B-1728B52AA6E4}">
                <adec:decorative xmlns:adec="http://schemas.microsoft.com/office/drawing/2017/decorative" xmlns=""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xmlns="" id="{7B411F9F-F6BC-F478-88A0-0AF30BCEC343}"/>
              </a:ext>
              <a:ext uri="{C183D7F6-B498-43B3-948B-1728B52AA6E4}">
                <adec:decorative xmlns:adec="http://schemas.microsoft.com/office/drawing/2017/decorative" xmlns=""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xmlns="" id="{39A85FE8-16E3-07FD-D652-44BE3227E955}"/>
              </a:ext>
              <a:ext uri="{C183D7F6-B498-43B3-948B-1728B52AA6E4}">
                <adec:decorative xmlns:adec="http://schemas.microsoft.com/office/drawing/2017/decorative" xmlns=""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xmlns="" id="{FD1F201A-85AF-9647-262F-004EDD5B0182}"/>
              </a:ext>
              <a:ext uri="{C183D7F6-B498-43B3-948B-1728B52AA6E4}">
                <adec:decorative xmlns:adec="http://schemas.microsoft.com/office/drawing/2017/decorative" xmlns=""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xmlns="" id="{19191A5F-CAD5-B97C-12E0-E3AAA409C1B5}"/>
              </a:ext>
              <a:ext uri="{C183D7F6-B498-43B3-948B-1728B52AA6E4}">
                <adec:decorative xmlns:adec="http://schemas.microsoft.com/office/drawing/2017/decorative" xmlns=""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xmlns="" id="{D60114E2-7A9A-35E3-438C-C2853494FC6D}"/>
              </a:ext>
              <a:ext uri="{C183D7F6-B498-43B3-948B-1728B52AA6E4}">
                <adec:decorative xmlns:adec="http://schemas.microsoft.com/office/drawing/2017/decorative" xmlns=""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xmlns="" id="{E993F7EE-BE8B-FF59-4F03-7FB736348232}"/>
              </a:ext>
              <a:ext uri="{C183D7F6-B498-43B3-948B-1728B52AA6E4}">
                <adec:decorative xmlns:adec="http://schemas.microsoft.com/office/drawing/2017/decorative" xmlns=""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xmlns="" id="{593235B0-5D7F-B56B-DEB2-887F609D33A4}"/>
              </a:ext>
              <a:ext uri="{C183D7F6-B498-43B3-948B-1728B52AA6E4}">
                <adec:decorative xmlns:adec="http://schemas.microsoft.com/office/drawing/2017/decorative" xmlns=""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xmlns="" id="{1008B28D-4279-46E8-B804-2ABB2870C85E}"/>
              </a:ext>
              <a:ext uri="{C183D7F6-B498-43B3-948B-1728B52AA6E4}">
                <adec:decorative xmlns:adec="http://schemas.microsoft.com/office/drawing/2017/decorative" xmlns=""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xmlns="" id="{09E37C6B-3A35-4F4C-02C4-B7A866324518}"/>
              </a:ext>
              <a:ext uri="{C183D7F6-B498-43B3-948B-1728B52AA6E4}">
                <adec:decorative xmlns:adec="http://schemas.microsoft.com/office/drawing/2017/decorative" xmlns=""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xmlns="" id="{12E084CA-4AA2-653D-6A29-1261BA83AD54}"/>
              </a:ext>
              <a:ext uri="{C183D7F6-B498-43B3-948B-1728B52AA6E4}">
                <adec:decorative xmlns:adec="http://schemas.microsoft.com/office/drawing/2017/decorative" xmlns=""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xmlns="" id="{6186F47C-7DE5-D468-4A2A-D3D8D8B1EC6C}"/>
              </a:ext>
              <a:ext uri="{C183D7F6-B498-43B3-948B-1728B52AA6E4}">
                <adec:decorative xmlns:adec="http://schemas.microsoft.com/office/drawing/2017/decorative" xmlns=""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xmlns="" id="{DA66B883-225D-7C75-E912-3C7F606621BA}"/>
              </a:ext>
              <a:ext uri="{C183D7F6-B498-43B3-948B-1728B52AA6E4}">
                <adec:decorative xmlns:adec="http://schemas.microsoft.com/office/drawing/2017/decorative" xmlns=""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xmlns="" id="{2ADA00DF-5BE6-9F6B-914D-A213958D1E5D}"/>
              </a:ext>
              <a:ext uri="{C183D7F6-B498-43B3-948B-1728B52AA6E4}">
                <adec:decorative xmlns:adec="http://schemas.microsoft.com/office/drawing/2017/decorative" xmlns=""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xmlns="" id="{0A275925-0910-FE1C-E160-50183537415F}"/>
              </a:ext>
              <a:ext uri="{C183D7F6-B498-43B3-948B-1728B52AA6E4}">
                <adec:decorative xmlns:adec="http://schemas.microsoft.com/office/drawing/2017/decorative" xmlns=""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xmlns="" id="{7BF99917-118B-C612-CA91-2F92DD9615C0}"/>
              </a:ext>
              <a:ext uri="{C183D7F6-B498-43B3-948B-1728B52AA6E4}">
                <adec:decorative xmlns:adec="http://schemas.microsoft.com/office/drawing/2017/decorative" xmlns=""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xmlns="" id="{0C99E0A7-D89A-EBBF-E60D-C434198E238F}"/>
              </a:ext>
              <a:ext uri="{C183D7F6-B498-43B3-948B-1728B52AA6E4}">
                <adec:decorative xmlns:adec="http://schemas.microsoft.com/office/drawing/2017/decorative" xmlns=""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xmlns="" id="{916C5204-C528-0D74-D33F-DEA5EA10838C}"/>
              </a:ext>
              <a:ext uri="{C183D7F6-B498-43B3-948B-1728B52AA6E4}">
                <adec:decorative xmlns:adec="http://schemas.microsoft.com/office/drawing/2017/decorative" xmlns=""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xmlns="" id="{CF27B634-0DEA-50F4-8A40-884D256A7841}"/>
              </a:ext>
              <a:ext uri="{C183D7F6-B498-43B3-948B-1728B52AA6E4}">
                <adec:decorative xmlns:adec="http://schemas.microsoft.com/office/drawing/2017/decorative" xmlns=""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xmlns="" id="{0AB7BA9D-85E2-336C-0D1A-2B703041C47B}"/>
              </a:ext>
              <a:ext uri="{C183D7F6-B498-43B3-948B-1728B52AA6E4}">
                <adec:decorative xmlns:adec="http://schemas.microsoft.com/office/drawing/2017/decorative" xmlns=""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xmlns="" id="{B8C67C8C-2535-CC2A-ACF1-A7C1BDC69A22}"/>
              </a:ext>
              <a:ext uri="{C183D7F6-B498-43B3-948B-1728B52AA6E4}">
                <adec:decorative xmlns:adec="http://schemas.microsoft.com/office/drawing/2017/decorative" xmlns=""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xmlns="" id="{CB6B37B1-C09C-EC21-9D93-B39CAEA4F943}"/>
              </a:ext>
              <a:ext uri="{C183D7F6-B498-43B3-948B-1728B52AA6E4}">
                <adec:decorative xmlns:adec="http://schemas.microsoft.com/office/drawing/2017/decorative" xmlns=""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xmlns="" id="{64ABABA1-B100-D69E-8250-FF63CDB800F4}"/>
              </a:ext>
              <a:ext uri="{C183D7F6-B498-43B3-948B-1728B52AA6E4}">
                <adec:decorative xmlns:adec="http://schemas.microsoft.com/office/drawing/2017/decorative" xmlns=""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xmlns="" id="{B327B533-FD5D-EBE4-5AED-8998F946C03B}"/>
              </a:ext>
              <a:ext uri="{C183D7F6-B498-43B3-948B-1728B52AA6E4}">
                <adec:decorative xmlns:adec="http://schemas.microsoft.com/office/drawing/2017/decorative" xmlns=""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xmlns="" id="{1C345962-FEA2-180A-DB15-B7ED350D52FF}"/>
              </a:ext>
              <a:ext uri="{C183D7F6-B498-43B3-948B-1728B52AA6E4}">
                <adec:decorative xmlns:adec="http://schemas.microsoft.com/office/drawing/2017/decorative" xmlns=""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xmlns="" id="{EFA4E5F9-7D20-5CDC-F380-74E9758330E0}"/>
              </a:ext>
              <a:ext uri="{C183D7F6-B498-43B3-948B-1728B52AA6E4}">
                <adec:decorative xmlns:adec="http://schemas.microsoft.com/office/drawing/2017/decorative" xmlns=""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xmlns="" id="{4E222A49-6F55-DFB2-9C4D-9D78E2A9E350}"/>
              </a:ext>
              <a:ext uri="{C183D7F6-B498-43B3-948B-1728B52AA6E4}">
                <adec:decorative xmlns:adec="http://schemas.microsoft.com/office/drawing/2017/decorative" xmlns=""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xmlns="" id="{967BAD04-34B2-1126-082E-82C66C20D3A6}"/>
              </a:ext>
              <a:ext uri="{C183D7F6-B498-43B3-948B-1728B52AA6E4}">
                <adec:decorative xmlns:adec="http://schemas.microsoft.com/office/drawing/2017/decorative" xmlns=""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xmlns="" id="{49B0D6A3-1B90-7554-3B27-F38F114CC5A8}"/>
              </a:ext>
              <a:ext uri="{C183D7F6-B498-43B3-948B-1728B52AA6E4}">
                <adec:decorative xmlns:adec="http://schemas.microsoft.com/office/drawing/2017/decorative" xmlns=""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xmlns="" id="{99279D8F-A11A-D9A4-E43F-D035F78B13C4}"/>
              </a:ext>
              <a:ext uri="{C183D7F6-B498-43B3-948B-1728B52AA6E4}">
                <adec:decorative xmlns:adec="http://schemas.microsoft.com/office/drawing/2017/decorative" xmlns=""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xmlns="" id="{6F6B640D-09BC-6521-8118-0D4379EB1776}"/>
              </a:ext>
              <a:ext uri="{C183D7F6-B498-43B3-948B-1728B52AA6E4}">
                <adec:decorative xmlns:adec="http://schemas.microsoft.com/office/drawing/2017/decorative" xmlns=""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xmlns="" id="{0FEADFF3-333C-458E-9DAF-C0E8F9391E30}"/>
              </a:ext>
              <a:ext uri="{C183D7F6-B498-43B3-948B-1728B52AA6E4}">
                <adec:decorative xmlns:adec="http://schemas.microsoft.com/office/drawing/2017/decorative" xmlns=""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xmlns="" id="{40A7EF52-0962-1515-11AF-88CEABB3F772}"/>
              </a:ext>
              <a:ext uri="{C183D7F6-B498-43B3-948B-1728B52AA6E4}">
                <adec:decorative xmlns:adec="http://schemas.microsoft.com/office/drawing/2017/decorative" xmlns=""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xmlns="" id="{08C0C05F-2169-A797-F8AA-EEDFC3A18B5C}"/>
              </a:ext>
              <a:ext uri="{C183D7F6-B498-43B3-948B-1728B52AA6E4}">
                <adec:decorative xmlns:adec="http://schemas.microsoft.com/office/drawing/2017/decorative" xmlns=""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xmlns="" id="{728E2F04-6849-B232-58D9-29CD775B6981}"/>
              </a:ext>
              <a:ext uri="{C183D7F6-B498-43B3-948B-1728B52AA6E4}">
                <adec:decorative xmlns:adec="http://schemas.microsoft.com/office/drawing/2017/decorative" xmlns=""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xmlns="" id="{8688104A-49A9-B5E6-81A3-967CEC8FC566}"/>
              </a:ext>
              <a:ext uri="{C183D7F6-B498-43B3-948B-1728B52AA6E4}">
                <adec:decorative xmlns:adec="http://schemas.microsoft.com/office/drawing/2017/decorative" xmlns=""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xmlns="" id="{B7DFD883-8D4B-8662-1461-393E3B28FC07}"/>
              </a:ext>
              <a:ext uri="{C183D7F6-B498-43B3-948B-1728B52AA6E4}">
                <adec:decorative xmlns:adec="http://schemas.microsoft.com/office/drawing/2017/decorative" xmlns=""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xmlns="" id="{80FD9E3B-0736-9FEE-8455-404242976923}"/>
              </a:ext>
              <a:ext uri="{C183D7F6-B498-43B3-948B-1728B52AA6E4}">
                <adec:decorative xmlns:adec="http://schemas.microsoft.com/office/drawing/2017/decorative" xmlns=""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xmlns="" id="{67AB777D-1DE4-994E-452B-5BE83BACF672}"/>
              </a:ext>
              <a:ext uri="{C183D7F6-B498-43B3-948B-1728B52AA6E4}">
                <adec:decorative xmlns:adec="http://schemas.microsoft.com/office/drawing/2017/decorative" xmlns=""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xmlns="" id="{7446CC67-B78F-E080-6694-8C4693801FD1}"/>
              </a:ext>
              <a:ext uri="{C183D7F6-B498-43B3-948B-1728B52AA6E4}">
                <adec:decorative xmlns:adec="http://schemas.microsoft.com/office/drawing/2017/decorative" xmlns=""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xmlns="" id="{C346C801-EEE3-9CC0-6A91-D117DB613047}"/>
              </a:ext>
              <a:ext uri="{C183D7F6-B498-43B3-948B-1728B52AA6E4}">
                <adec:decorative xmlns:adec="http://schemas.microsoft.com/office/drawing/2017/decorative" xmlns=""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xmlns="" id="{24BE795E-8365-B994-046B-9D271CFCF887}"/>
              </a:ext>
              <a:ext uri="{C183D7F6-B498-43B3-948B-1728B52AA6E4}">
                <adec:decorative xmlns:adec="http://schemas.microsoft.com/office/drawing/2017/decorative" xmlns=""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xmlns="" id="{C5BAAB74-D916-903C-92F2-09930639044D}"/>
              </a:ext>
              <a:ext uri="{C183D7F6-B498-43B3-948B-1728B52AA6E4}">
                <adec:decorative xmlns:adec="http://schemas.microsoft.com/office/drawing/2017/decorative" xmlns=""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xmlns="" id="{5A00C607-5F87-E960-C0D5-15A84D4EC10D}"/>
              </a:ext>
              <a:ext uri="{C183D7F6-B498-43B3-948B-1728B52AA6E4}">
                <adec:decorative xmlns:adec="http://schemas.microsoft.com/office/drawing/2017/decorative" xmlns=""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xmlns=""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xmlns=""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11/5/2025</a:t>
            </a:fld>
            <a:endParaRPr lang="en-US"/>
          </a:p>
        </p:txBody>
      </p:sp>
      <p:sp>
        <p:nvSpPr>
          <p:cNvPr id="6" name="Slide Number Placeholder 5">
            <a:extLst>
              <a:ext uri="{FF2B5EF4-FFF2-40B4-BE49-F238E27FC236}">
                <a16:creationId xmlns:a16="http://schemas.microsoft.com/office/drawing/2014/main" xmlns=""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880959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F0942E9C-4A15-5D73-5BCA-65B0A79BE9C2}"/>
              </a:ext>
              <a:ext uri="{C183D7F6-B498-43B3-948B-1728B52AA6E4}">
                <adec:decorative xmlns:adec="http://schemas.microsoft.com/office/drawing/2017/decorative" xmlns=""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xmlns="" id="{3B0163F3-406D-A09C-CDA9-FEF96D6EEDF1}"/>
              </a:ext>
              <a:ext uri="{C183D7F6-B498-43B3-948B-1728B52AA6E4}">
                <adec:decorative xmlns:adec="http://schemas.microsoft.com/office/drawing/2017/decorative" xmlns=""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D8E696A5-9505-601B-9447-A0A0AB9C93A8}"/>
              </a:ext>
              <a:ext uri="{C183D7F6-B498-43B3-948B-1728B52AA6E4}">
                <adec:decorative xmlns:adec="http://schemas.microsoft.com/office/drawing/2017/decorative" xmlns=""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C9A0AC8A-D9C1-484A-846B-7D45E11C77C4}"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64660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CBD41AC2-AFCB-3880-F759-5327418A5012}"/>
              </a:ext>
              <a:ext uri="{C183D7F6-B498-43B3-948B-1728B52AA6E4}">
                <adec:decorative xmlns:adec="http://schemas.microsoft.com/office/drawing/2017/decorative" xmlns=""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xmlns="" id="{DC7362EE-811D-EE1D-E37E-9E3CED2B9BE4}"/>
              </a:ext>
              <a:ext uri="{C183D7F6-B498-43B3-948B-1728B52AA6E4}">
                <adec:decorative xmlns:adec="http://schemas.microsoft.com/office/drawing/2017/decorative" xmlns=""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xmlns="" id="{CD90205D-97FE-D5AC-474C-B153B2A23EEA}"/>
              </a:ext>
              <a:ext uri="{C183D7F6-B498-43B3-948B-1728B52AA6E4}">
                <adec:decorative xmlns:adec="http://schemas.microsoft.com/office/drawing/2017/decorative" xmlns=""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xmlns="" id="{4066F6C7-E055-B3D9-46E2-0E7C0BC85C2C}"/>
              </a:ext>
              <a:ext uri="{C183D7F6-B498-43B3-948B-1728B52AA6E4}">
                <adec:decorative xmlns:adec="http://schemas.microsoft.com/office/drawing/2017/decorative" xmlns=""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xmlns="" id="{426789C1-6725-E700-2ED3-D8983D17FF51}"/>
              </a:ext>
              <a:ext uri="{C183D7F6-B498-43B3-948B-1728B52AA6E4}">
                <adec:decorative xmlns:adec="http://schemas.microsoft.com/office/drawing/2017/decorative" xmlns=""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xmlns="" id="{FB8AE3CD-BC0B-DF0B-4487-A975E6AFA03E}"/>
              </a:ext>
              <a:ext uri="{C183D7F6-B498-43B3-948B-1728B52AA6E4}">
                <adec:decorative xmlns:adec="http://schemas.microsoft.com/office/drawing/2017/decorative" xmlns=""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xmlns="" id="{3F06EE7B-CD9E-D8DF-3E28-A9AB16E67DD0}"/>
              </a:ext>
              <a:ext uri="{C183D7F6-B498-43B3-948B-1728B52AA6E4}">
                <adec:decorative xmlns:adec="http://schemas.microsoft.com/office/drawing/2017/decorative" xmlns=""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xmlns="" id="{6FD69004-B723-48FB-E8E6-04037E341A70}"/>
              </a:ext>
              <a:ext uri="{C183D7F6-B498-43B3-948B-1728B52AA6E4}">
                <adec:decorative xmlns:adec="http://schemas.microsoft.com/office/drawing/2017/decorative" xmlns=""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xmlns="" id="{4F85D812-24CF-9C81-0CC5-75EE25DDEBB2}"/>
              </a:ext>
              <a:ext uri="{C183D7F6-B498-43B3-948B-1728B52AA6E4}">
                <adec:decorative xmlns:adec="http://schemas.microsoft.com/office/drawing/2017/decorative" xmlns=""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745811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xmlns="" id="{A53DCB2A-74FB-98D7-AD44-39E11E850633}"/>
              </a:ext>
              <a:ext uri="{C183D7F6-B498-43B3-948B-1728B52AA6E4}">
                <adec:decorative xmlns:adec="http://schemas.microsoft.com/office/drawing/2017/decorative" xmlns=""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xmlns=""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cstate="print">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xmlns=""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01832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C0ACE127-21AD-578F-515A-685592D1DB2D}"/>
              </a:ext>
              <a:ext uri="{C183D7F6-B498-43B3-948B-1728B52AA6E4}">
                <adec:decorative xmlns:adec="http://schemas.microsoft.com/office/drawing/2017/decorative" xmlns=""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xmlns=""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xmlns=""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xmlns=""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xmlns=""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xmlns=""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xmlns=""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xmlns=""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xmlns=""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xmlns=""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xmlns=""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xmlns=""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xmlns=""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xmlns=""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xmlns=""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xmlns=""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xmlns=""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xmlns=""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xmlns=""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xmlns=""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xmlns=""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xmlns=""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xmlns=""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xmlns=""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xmlns=""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xmlns=""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xmlns=""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xmlns=""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xmlns=""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xmlns=""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xmlns=""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xmlns=""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xmlns=""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xmlns=""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xmlns=""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xmlns=""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95434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612D68A4-B9FA-15E7-C2CD-8E6072BD49D6}"/>
              </a:ext>
              <a:ext uri="{C183D7F6-B498-43B3-948B-1728B52AA6E4}">
                <adec:decorative xmlns:adec="http://schemas.microsoft.com/office/drawing/2017/decorative" xmlns=""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xmlns="" id="{D8AB250D-0035-2F41-E269-5C87087E928C}"/>
              </a:ext>
              <a:ext uri="{C183D7F6-B498-43B3-948B-1728B52AA6E4}">
                <adec:decorative xmlns:adec="http://schemas.microsoft.com/office/drawing/2017/decorative" xmlns=""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xmlns=""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xmlns=""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xmlns=""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xmlns=""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xmlns=""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xmlns=""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xmlns=""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xmlns=""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xmlns=""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xmlns=""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xmlns=""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xmlns=""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xmlns=""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xmlns=""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xmlns=""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xmlns=""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xmlns=""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xmlns=""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xmlns=""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xmlns=""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xmlns=""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xmlns=""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xmlns=""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xmlns=""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xmlns=""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xmlns=""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xmlns=""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xmlns=""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xmlns=""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xmlns=""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xmlns=""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xmlns=""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xmlns=""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xmlns=""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dirty="0"/>
          </a:p>
        </p:txBody>
      </p:sp>
    </p:spTree>
    <p:extLst>
      <p:ext uri="{BB962C8B-B14F-4D97-AF65-F5344CB8AC3E}">
        <p14:creationId xmlns:p14="http://schemas.microsoft.com/office/powerpoint/2010/main" xmlns="" val="1752135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BAECC54F-60B3-CF02-7F99-4B04FB07C16A}"/>
              </a:ext>
              <a:ext uri="{C183D7F6-B498-43B3-948B-1728B52AA6E4}">
                <adec:decorative xmlns:adec="http://schemas.microsoft.com/office/drawing/2017/decorative" xmlns=""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xmlns="" id="{92F46256-ACE9-B269-5E62-178C2524FCF4}"/>
              </a:ext>
              <a:ext uri="{C183D7F6-B498-43B3-948B-1728B52AA6E4}">
                <adec:decorative xmlns:adec="http://schemas.microsoft.com/office/drawing/2017/decorative" xmlns=""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895374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B4E015C3-4DF6-A26E-D9C3-5CFD69767139}"/>
              </a:ext>
              <a:ext uri="{C183D7F6-B498-43B3-948B-1728B52AA6E4}">
                <adec:decorative xmlns:adec="http://schemas.microsoft.com/office/drawing/2017/decorative" xmlns=""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xmlns="" id="{79E8C5D6-C772-B3D5-BBFC-1B2E163206B7}"/>
              </a:ext>
              <a:ext uri="{C183D7F6-B498-43B3-948B-1728B52AA6E4}">
                <adec:decorative xmlns:adec="http://schemas.microsoft.com/office/drawing/2017/decorative" xmlns=""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xmlns="" id="{19AB58D7-77A4-8551-E382-0D3FA88B9E3F}"/>
              </a:ext>
              <a:ext uri="{C183D7F6-B498-43B3-948B-1728B52AA6E4}">
                <adec:decorative xmlns:adec="http://schemas.microsoft.com/office/drawing/2017/decorative" xmlns=""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xmlns="" id="{0FCCACB6-6FD8-D232-5B58-C42FF22D3D76}"/>
              </a:ext>
              <a:ext uri="{C183D7F6-B498-43B3-948B-1728B52AA6E4}">
                <adec:decorative xmlns:adec="http://schemas.microsoft.com/office/drawing/2017/decorative" xmlns=""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284549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xmlns="" id="{A54959C5-839D-458D-49DA-8895CDC839DE}"/>
              </a:ext>
              <a:ext uri="{C183D7F6-B498-43B3-948B-1728B52AA6E4}">
                <adec:decorative xmlns:adec="http://schemas.microsoft.com/office/drawing/2017/decorative" xmlns=""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xmlns="" id="{11428086-26DA-6ADA-4033-D50C8D140391}"/>
              </a:ext>
              <a:ext uri="{C183D7F6-B498-43B3-948B-1728B52AA6E4}">
                <adec:decorative xmlns:adec="http://schemas.microsoft.com/office/drawing/2017/decorative" xmlns=""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xmlns=""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5348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78D05789-C063-1600-D4F9-F294CFAFAF6D}"/>
              </a:ext>
              <a:ext uri="{C183D7F6-B498-43B3-948B-1728B52AA6E4}">
                <adec:decorative xmlns:adec="http://schemas.microsoft.com/office/drawing/2017/decorative" xmlns=""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xmlns=""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xmlns=""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xmlns=""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xmlns=""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xmlns=""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xmlns=""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xmlns=""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xmlns=""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xmlns=""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xmlns=""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xmlns=""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xmlns=""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xmlns=""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xmlns=""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xmlns=""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xmlns=""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xmlns=""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xmlns=""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xmlns=""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xmlns=""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xmlns=""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FDF61B52-A50C-4388-9B96-93E5EA151847}"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a:noFill/>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25255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xmlns="" id="{2D6D5F63-6854-D3E2-F1D6-3DE263380E59}"/>
              </a:ext>
              <a:ext uri="{C183D7F6-B498-43B3-948B-1728B52AA6E4}">
                <adec:decorative xmlns:adec="http://schemas.microsoft.com/office/drawing/2017/decorative" xmlns=""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xmlns="" id="{D2254D9B-7042-EA9E-A5B9-823698BC11BA}"/>
              </a:ext>
              <a:ext uri="{C183D7F6-B498-43B3-948B-1728B52AA6E4}">
                <adec:decorative xmlns:adec="http://schemas.microsoft.com/office/drawing/2017/decorative" xmlns=""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xmlns=""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17F65144-9922-4120-85C9-550CA76E5CEA}"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099140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xmlns=""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cstate="print">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xmlns=""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907222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xmlns=""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pPr/>
              <a:t>‹N°›</a:t>
            </a:fld>
            <a:endParaRPr lang="en-US"/>
          </a:p>
        </p:txBody>
      </p:sp>
      <p:sp>
        <p:nvSpPr>
          <p:cNvPr id="9" name="Picture Placeholder 8">
            <a:extLst>
              <a:ext uri="{FF2B5EF4-FFF2-40B4-BE49-F238E27FC236}">
                <a16:creationId xmlns:a16="http://schemas.microsoft.com/office/drawing/2014/main" xmlns=""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cstate="print">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xmlns="" val="1317482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xmlns=""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cstate="print">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xmlns=""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D1630D43-CCFB-47B8-9884-EE54AF3C65A8}"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344072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xmlns=""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pPr/>
              <a:t>‹N°›</a:t>
            </a:fld>
            <a:endParaRPr lang="en-US"/>
          </a:p>
        </p:txBody>
      </p:sp>
      <p:sp>
        <p:nvSpPr>
          <p:cNvPr id="10" name="Picture Placeholder 9">
            <a:extLst>
              <a:ext uri="{FF2B5EF4-FFF2-40B4-BE49-F238E27FC236}">
                <a16:creationId xmlns:a16="http://schemas.microsoft.com/office/drawing/2014/main" xmlns="" id="{585317B4-1CF8-1499-822C-92908032285D}"/>
              </a:ext>
            </a:extLst>
          </p:cNvPr>
          <p:cNvSpPr>
            <a:spLocks noGrp="1"/>
          </p:cNvSpPr>
          <p:nvPr>
            <p:ph type="pic" sz="quarter" idx="13" hasCustomPrompt="1"/>
          </p:nvPr>
        </p:nvSpPr>
        <p:spPr>
          <a:xfrm>
            <a:off x="8671560" y="0"/>
            <a:ext cx="3520440" cy="6858000"/>
          </a:xfrm>
          <a:blipFill>
            <a:blip r:embed="rId2" cstate="print">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xmlns="" val="123354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xmlns=""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xmlns=""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59450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xmlns=""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pPr/>
              <a:t>‹N°›</a:t>
            </a:fld>
            <a:endParaRPr lang="en-US"/>
          </a:p>
        </p:txBody>
      </p:sp>
      <p:sp>
        <p:nvSpPr>
          <p:cNvPr id="32" name="Picture Placeholder 31">
            <a:extLst>
              <a:ext uri="{FF2B5EF4-FFF2-40B4-BE49-F238E27FC236}">
                <a16:creationId xmlns:a16="http://schemas.microsoft.com/office/drawing/2014/main" xmlns=""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xmlns="" val="12287531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xmlns=""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xmlns=""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8973461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xmlns=""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pPr/>
              <a:t>‹N°›</a:t>
            </a:fld>
            <a:endParaRPr lang="en-US"/>
          </a:p>
        </p:txBody>
      </p:sp>
      <p:sp>
        <p:nvSpPr>
          <p:cNvPr id="8" name="Picture Placeholder 7">
            <a:extLst>
              <a:ext uri="{FF2B5EF4-FFF2-40B4-BE49-F238E27FC236}">
                <a16:creationId xmlns:a16="http://schemas.microsoft.com/office/drawing/2014/main" xmlns=""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xmlns="" val="1500651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87A81FDD-8526-98BE-9780-2AD0ADA0872F}"/>
              </a:ext>
              <a:ext uri="{C183D7F6-B498-43B3-948B-1728B52AA6E4}">
                <adec:decorative xmlns:adec="http://schemas.microsoft.com/office/drawing/2017/decorative" xmlns=""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xmlns=""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xmlns=""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79AD0E77-3FA6-4D5C-8F41-8C234FD1DD13}"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585335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xmlns="" id="{E5A974F4-1F2E-5489-8D20-31ED34DD924E}"/>
              </a:ext>
              <a:ext uri="{C183D7F6-B498-43B3-948B-1728B52AA6E4}">
                <adec:decorative xmlns:adec="http://schemas.microsoft.com/office/drawing/2017/decorative" xmlns=""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xmlns="" id="{5E31556E-F346-91CE-ECCD-DAD608C459B0}"/>
              </a:ext>
            </a:extLst>
          </p:cNvPr>
          <p:cNvSpPr>
            <a:spLocks noGrp="1"/>
          </p:cNvSpPr>
          <p:nvPr>
            <p:ph type="pic" sz="quarter" idx="13" hasCustomPrompt="1"/>
          </p:nvPr>
        </p:nvSpPr>
        <p:spPr>
          <a:xfrm>
            <a:off x="0" y="0"/>
            <a:ext cx="12192000" cy="4359275"/>
          </a:xfrm>
          <a:blipFill>
            <a:blip r:embed="rId2" cstate="print">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xmlns=""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4EC9E9C6-5E99-488B-96FC-8AFFE37068F9}"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765021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xmlns="" id="{E5A974F4-1F2E-5489-8D20-31ED34DD924E}"/>
              </a:ext>
              <a:ext uri="{C183D7F6-B498-43B3-948B-1728B52AA6E4}">
                <adec:decorative xmlns:adec="http://schemas.microsoft.com/office/drawing/2017/decorative" xmlns=""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xmlns=""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cstate="print">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xmlns=""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D2EEC213-3BAE-4B7B-AFDF-D1D75096E6BD}"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767760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xmlns="" id="{E5A974F4-1F2E-5489-8D20-31ED34DD924E}"/>
              </a:ext>
              <a:ext uri="{C183D7F6-B498-43B3-948B-1728B52AA6E4}">
                <adec:decorative xmlns:adec="http://schemas.microsoft.com/office/drawing/2017/decorative" xmlns=""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xmlns=""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xmlns=""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404CB052-7A76-41DC-8AE6-4DA709D5058C}"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3566136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528A7936-3821-8550-856A-8219FDA1DE44}"/>
              </a:ext>
              <a:ext uri="{C183D7F6-B498-43B3-948B-1728B52AA6E4}">
                <adec:decorative xmlns:adec="http://schemas.microsoft.com/office/drawing/2017/decorative" xmlns=""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xmlns=""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xmlns=""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xmlns="" id="{94476C94-0B70-2840-EA43-AEFB32F3DE92}"/>
              </a:ext>
            </a:extLst>
          </p:cNvPr>
          <p:cNvSpPr>
            <a:spLocks noGrp="1"/>
          </p:cNvSpPr>
          <p:nvPr>
            <p:ph type="pic" sz="quarter" idx="13" hasCustomPrompt="1"/>
          </p:nvPr>
        </p:nvSpPr>
        <p:spPr>
          <a:xfrm>
            <a:off x="6274965" y="1928813"/>
            <a:ext cx="5369348" cy="3800475"/>
          </a:xfrm>
          <a:blipFill>
            <a:blip r:embed="rId2" cstate="print">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732125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xmlns="" id="{A01044DF-6EF9-695B-3698-25EF6AF1F74F}"/>
              </a:ext>
              <a:ext uri="{C183D7F6-B498-43B3-948B-1728B52AA6E4}">
                <adec:decorative xmlns:adec="http://schemas.microsoft.com/office/drawing/2017/decorative" xmlns=""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xmlns=""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xmlns=""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AC3123D9-9E54-4890-B20D-1DBA56058009}"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42260040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064B2103-B139-1D7C-829C-DD817DC9B519}"/>
              </a:ext>
              <a:ext uri="{C183D7F6-B498-43B3-948B-1728B52AA6E4}">
                <adec:decorative xmlns:adec="http://schemas.microsoft.com/office/drawing/2017/decorative" xmlns=""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xmlns=""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xmlns=""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p:txBody>
          <a:bodyPr/>
          <a:lstStyle/>
          <a:p>
            <a:fld id="{9F168FE5-687E-4845-B230-C0EF0C17CE1D}" type="datetime1">
              <a:rPr lang="en-US" smtClean="0"/>
              <a:pPr/>
              <a:t>11/5/2025</a:t>
            </a:fld>
            <a:endParaRPr lang="en-US"/>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774279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xmlns="" id="{514ED23A-7AF1-0379-49C4-FDD85DA62770}"/>
              </a:ext>
              <a:ext uri="{C183D7F6-B498-43B3-948B-1728B52AA6E4}">
                <adec:decorative xmlns:adec="http://schemas.microsoft.com/office/drawing/2017/decorative" xmlns=""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xmlns=""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xmlns=""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4972300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xmlns="" id="{514ED23A-7AF1-0379-49C4-FDD85DA62770}"/>
              </a:ext>
              <a:ext uri="{C183D7F6-B498-43B3-948B-1728B52AA6E4}">
                <adec:decorative xmlns:adec="http://schemas.microsoft.com/office/drawing/2017/decorative" xmlns=""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xmlns=""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cstate="print">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xmlns=""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xmlns=""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pPr/>
              <a:t>11/5/2025</a:t>
            </a:fld>
            <a:endParaRPr lang="en-US" dirty="0"/>
          </a:p>
        </p:txBody>
      </p:sp>
      <p:sp>
        <p:nvSpPr>
          <p:cNvPr id="7" name="Slide Number Placeholder 6">
            <a:extLst>
              <a:ext uri="{FF2B5EF4-FFF2-40B4-BE49-F238E27FC236}">
                <a16:creationId xmlns:a16="http://schemas.microsoft.com/office/drawing/2014/main" xmlns="" id="{8A3A058F-975A-29AF-48D8-79E444622756}"/>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089592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xmlns="" id="{BFC29FB5-E10F-7221-2020-895876E6AE29}"/>
              </a:ext>
              <a:ext uri="{C183D7F6-B498-43B3-948B-1728B52AA6E4}">
                <adec:decorative xmlns:adec="http://schemas.microsoft.com/office/drawing/2017/decorative" xmlns=""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xmlns="" id="{746DBFF1-063E-1B28-AA74-BF5B34C5664E}"/>
              </a:ext>
              <a:ext uri="{C183D7F6-B498-43B3-948B-1728B52AA6E4}">
                <adec:decorative xmlns:adec="http://schemas.microsoft.com/office/drawing/2017/decorative" xmlns=""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362356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426FE182-2349-60AE-1731-20822091CB60}"/>
              </a:ext>
              <a:ext uri="{C183D7F6-B498-43B3-948B-1728B52AA6E4}">
                <adec:decorative xmlns:adec="http://schemas.microsoft.com/office/drawing/2017/decorative" xmlns=""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494420A5-3FF7-4432-86C0-1FBEEEBDA496}"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55620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xmlns="" id="{AA84B128-EAFE-CEEB-B23C-AD7D9653930D}"/>
              </a:ext>
              <a:ext uri="{C183D7F6-B498-43B3-948B-1728B52AA6E4}">
                <adec:decorative xmlns:adec="http://schemas.microsoft.com/office/drawing/2017/decorative" xmlns=""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xmlns="" id="{ACAF18CF-2BFB-87D0-2FA1-216EAECF68EF}"/>
              </a:ext>
              <a:ext uri="{C183D7F6-B498-43B3-948B-1728B52AA6E4}">
                <adec:decorative xmlns:adec="http://schemas.microsoft.com/office/drawing/2017/decorative" xmlns=""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410412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33BDFED9-D325-F229-5A66-AA5A224D2DD7}"/>
              </a:ext>
              <a:ext uri="{C183D7F6-B498-43B3-948B-1728B52AA6E4}">
                <adec:decorative xmlns:adec="http://schemas.microsoft.com/office/drawing/2017/decorative" xmlns=""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xmlns="" id="{33D5E668-6253-B332-E8A6-C48009AC9885}"/>
              </a:ext>
              <a:ext uri="{C183D7F6-B498-43B3-948B-1728B52AA6E4}">
                <adec:decorative xmlns:adec="http://schemas.microsoft.com/office/drawing/2017/decorative" xmlns=""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571736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xmlns="" id="{B2F1757E-7B34-7CF0-E64B-F2200F13F08B}"/>
              </a:ext>
              <a:ext uri="{C183D7F6-B498-43B3-948B-1728B52AA6E4}">
                <adec:decorative xmlns:adec="http://schemas.microsoft.com/office/drawing/2017/decorative" xmlns=""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772665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xmlns="" id="{0DFD9A90-B740-21B2-980D-4DACAA2AEF6F}"/>
              </a:ext>
              <a:ext uri="{C183D7F6-B498-43B3-948B-1728B52AA6E4}">
                <adec:decorative xmlns:adec="http://schemas.microsoft.com/office/drawing/2017/decorative" xmlns=""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048972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xmlns="" id="{29395D2F-AACE-C638-087A-F6DCB3476C57}"/>
              </a:ext>
              <a:ext uri="{C183D7F6-B498-43B3-948B-1728B52AA6E4}">
                <adec:decorative xmlns:adec="http://schemas.microsoft.com/office/drawing/2017/decorative" xmlns=""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xmlns="" id="{277D1309-9C8E-34D6-F272-B96B6BE44AC6}"/>
              </a:ext>
              <a:ext uri="{C183D7F6-B498-43B3-948B-1728B52AA6E4}">
                <adec:decorative xmlns:adec="http://schemas.microsoft.com/office/drawing/2017/decorative" xmlns=""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313185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9C2719EE-FD77-AA29-D5D1-903E7D12E10F}"/>
              </a:ext>
              <a:ext uri="{C183D7F6-B498-43B3-948B-1728B52AA6E4}">
                <adec:decorative xmlns:adec="http://schemas.microsoft.com/office/drawing/2017/decorative" xmlns=""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E77A3CA2-EE7D-436C-926E-EA34D51A802B}"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112661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xmlns="" id="{4D3DFE56-0E8A-4C87-F542-CEA23EA01CC5}"/>
              </a:ext>
              <a:ext uri="{C183D7F6-B498-43B3-948B-1728B52AA6E4}">
                <adec:decorative xmlns:adec="http://schemas.microsoft.com/office/drawing/2017/decorative" xmlns=""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395D7B68-96AB-4013-9211-E86A5A647F83}"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645975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78B00753-8E70-FC05-984B-3F5013776CB2}"/>
              </a:ext>
              <a:ext uri="{C183D7F6-B498-43B3-948B-1728B52AA6E4}">
                <adec:decorative xmlns:adec="http://schemas.microsoft.com/office/drawing/2017/decorative" xmlns=""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xmlns="" id="{69AD91D6-AC13-F3BB-C7F9-4E30869E925E}"/>
              </a:ext>
              <a:ext uri="{C183D7F6-B498-43B3-948B-1728B52AA6E4}">
                <adec:decorative xmlns:adec="http://schemas.microsoft.com/office/drawing/2017/decorative" xmlns=""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9890173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D456E2FD-E6CA-800D-E35C-0228FC3DA755}"/>
              </a:ext>
              <a:ext uri="{C183D7F6-B498-43B3-948B-1728B52AA6E4}">
                <adec:decorative xmlns:adec="http://schemas.microsoft.com/office/drawing/2017/decorative" xmlns=""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xmlns="" id="{4F687EA0-9133-BD4B-74FB-9112C60EF823}"/>
              </a:ext>
              <a:ext uri="{C183D7F6-B498-43B3-948B-1728B52AA6E4}">
                <adec:decorative xmlns:adec="http://schemas.microsoft.com/office/drawing/2017/decorative" xmlns=""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709031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xmlns="" id="{8430A407-687D-58D3-69B4-0B79A67AD6DF}"/>
              </a:ext>
            </a:extLst>
          </p:cNvPr>
          <p:cNvSpPr>
            <a:spLocks noGrp="1"/>
          </p:cNvSpPr>
          <p:nvPr>
            <p:ph type="dt" sz="half" idx="10"/>
          </p:nvPr>
        </p:nvSpPr>
        <p:spPr/>
        <p:txBody>
          <a:bodyPr/>
          <a:lstStyle/>
          <a:p>
            <a:fld id="{45EC1835-5496-45B5-8F41-446AEF95A0DA}" type="datetime1">
              <a:rPr lang="en-US" smtClean="0"/>
              <a:pPr/>
              <a:t>11/5/2025</a:t>
            </a:fld>
            <a:endParaRPr lang="en-US"/>
          </a:p>
        </p:txBody>
      </p:sp>
      <p:sp>
        <p:nvSpPr>
          <p:cNvPr id="7" name="Slide Number Placeholder 6">
            <a:extLst>
              <a:ext uri="{FF2B5EF4-FFF2-40B4-BE49-F238E27FC236}">
                <a16:creationId xmlns:a16="http://schemas.microsoft.com/office/drawing/2014/main" xmlns="" id="{BA086E3D-BC5A-E104-AD5E-8CCA83CDAF39}"/>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338062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xmlns=""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xmlns="" id="{F6F514D8-1385-7948-4F5E-C494C431C7DE}"/>
              </a:ext>
            </a:extLst>
          </p:cNvPr>
          <p:cNvSpPr>
            <a:spLocks noGrp="1"/>
          </p:cNvSpPr>
          <p:nvPr>
            <p:ph type="dt" sz="half" idx="10"/>
          </p:nvPr>
        </p:nvSpPr>
        <p:spPr/>
        <p:txBody>
          <a:bodyPr/>
          <a:lstStyle/>
          <a:p>
            <a:fld id="{E8BCE1D5-4475-4CA3-AC4D-379F98696CBC}" type="datetime1">
              <a:rPr lang="en-US" smtClean="0"/>
              <a:pPr/>
              <a:t>11/5/2025</a:t>
            </a:fld>
            <a:endParaRPr lang="en-US"/>
          </a:p>
        </p:txBody>
      </p:sp>
      <p:sp>
        <p:nvSpPr>
          <p:cNvPr id="9" name="Slide Number Placeholder 8">
            <a:extLst>
              <a:ext uri="{FF2B5EF4-FFF2-40B4-BE49-F238E27FC236}">
                <a16:creationId xmlns:a16="http://schemas.microsoft.com/office/drawing/2014/main" xmlns="" id="{91F09485-EDFB-B29B-E46B-F2C5C5F754D0}"/>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991147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xmlns=""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xmlns="" id="{CA024C0B-E02E-2BBF-C516-851E97BCADB4}"/>
              </a:ext>
            </a:extLst>
          </p:cNvPr>
          <p:cNvSpPr>
            <a:spLocks noGrp="1"/>
          </p:cNvSpPr>
          <p:nvPr>
            <p:ph type="dt" sz="half" idx="10"/>
          </p:nvPr>
        </p:nvSpPr>
        <p:spPr/>
        <p:txBody>
          <a:bodyPr/>
          <a:lstStyle/>
          <a:p>
            <a:fld id="{2857F88C-D673-425E-A1AD-F27D6612A7E9}" type="datetime1">
              <a:rPr lang="en-US" smtClean="0"/>
              <a:pPr/>
              <a:t>11/5/2025</a:t>
            </a:fld>
            <a:endParaRPr lang="en-US"/>
          </a:p>
        </p:txBody>
      </p:sp>
      <p:sp>
        <p:nvSpPr>
          <p:cNvPr id="5" name="Slide Number Placeholder 4">
            <a:extLst>
              <a:ext uri="{FF2B5EF4-FFF2-40B4-BE49-F238E27FC236}">
                <a16:creationId xmlns:a16="http://schemas.microsoft.com/office/drawing/2014/main" xmlns="" id="{4826BAE3-07C3-32B6-34F3-EE88D84B16F4}"/>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5467407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xmlns="" id="{286CCE2D-0E18-AEA0-9A74-0D29F5776107}"/>
              </a:ext>
            </a:extLst>
          </p:cNvPr>
          <p:cNvSpPr>
            <a:spLocks noGrp="1"/>
          </p:cNvSpPr>
          <p:nvPr>
            <p:ph type="dt" sz="half" idx="10"/>
          </p:nvPr>
        </p:nvSpPr>
        <p:spPr/>
        <p:txBody>
          <a:bodyPr/>
          <a:lstStyle/>
          <a:p>
            <a:fld id="{31D2B8C3-BA11-4447-BED4-639F0E3C16FB}" type="datetime1">
              <a:rPr lang="en-US" smtClean="0"/>
              <a:pPr/>
              <a:t>11/5/2025</a:t>
            </a:fld>
            <a:endParaRPr lang="en-US"/>
          </a:p>
        </p:txBody>
      </p:sp>
      <p:sp>
        <p:nvSpPr>
          <p:cNvPr id="4" name="Slide Number Placeholder 3">
            <a:extLst>
              <a:ext uri="{FF2B5EF4-FFF2-40B4-BE49-F238E27FC236}">
                <a16:creationId xmlns:a16="http://schemas.microsoft.com/office/drawing/2014/main" xmlns="" id="{86B366BF-796E-5535-3E96-4C89F534939E}"/>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449287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xmlns=""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xmlns=""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xmlns=""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xmlns="" id="{94B60160-D091-23C1-865C-5BE5AE749A5A}"/>
              </a:ext>
            </a:extLst>
          </p:cNvPr>
          <p:cNvSpPr>
            <a:spLocks noGrp="1"/>
          </p:cNvSpPr>
          <p:nvPr>
            <p:ph type="dt" sz="half" idx="10"/>
          </p:nvPr>
        </p:nvSpPr>
        <p:spPr/>
        <p:txBody>
          <a:bodyPr/>
          <a:lstStyle/>
          <a:p>
            <a:fld id="{CBE9BB46-88BB-4802-B648-31AB6402D61B}" type="datetime1">
              <a:rPr lang="en-US" smtClean="0"/>
              <a:pPr/>
              <a:t>11/5/2025</a:t>
            </a:fld>
            <a:endParaRPr lang="en-US"/>
          </a:p>
        </p:txBody>
      </p:sp>
      <p:sp>
        <p:nvSpPr>
          <p:cNvPr id="7" name="Slide Number Placeholder 6">
            <a:extLst>
              <a:ext uri="{FF2B5EF4-FFF2-40B4-BE49-F238E27FC236}">
                <a16:creationId xmlns:a16="http://schemas.microsoft.com/office/drawing/2014/main" xmlns="" id="{2DBF5B61-6BCE-B806-7355-A9CAF2F52E07}"/>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4081447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xmlns=""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xmlns="" id="{D1D1FD21-0986-D491-8FA8-6AC5CCF19121}"/>
              </a:ext>
            </a:extLst>
          </p:cNvPr>
          <p:cNvSpPr>
            <a:spLocks noGrp="1"/>
          </p:cNvSpPr>
          <p:nvPr>
            <p:ph type="pic" sz="quarter" idx="13" hasCustomPrompt="1"/>
          </p:nvPr>
        </p:nvSpPr>
        <p:spPr>
          <a:xfrm>
            <a:off x="5384800" y="812800"/>
            <a:ext cx="5970588" cy="5048250"/>
          </a:xfrm>
          <a:blipFill>
            <a:blip r:embed="rId2" cstate="print">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xmlns=""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xmlns="" id="{94B60160-D091-23C1-865C-5BE5AE749A5A}"/>
              </a:ext>
            </a:extLst>
          </p:cNvPr>
          <p:cNvSpPr>
            <a:spLocks noGrp="1"/>
          </p:cNvSpPr>
          <p:nvPr>
            <p:ph type="dt" sz="half" idx="10"/>
          </p:nvPr>
        </p:nvSpPr>
        <p:spPr/>
        <p:txBody>
          <a:bodyPr/>
          <a:lstStyle/>
          <a:p>
            <a:fld id="{33D0389E-3F96-4C57-8256-E1AE5F8359F3}" type="datetime1">
              <a:rPr lang="en-US" smtClean="0"/>
              <a:pPr/>
              <a:t>11/5/2025</a:t>
            </a:fld>
            <a:endParaRPr lang="en-US"/>
          </a:p>
        </p:txBody>
      </p:sp>
      <p:sp>
        <p:nvSpPr>
          <p:cNvPr id="7" name="Slide Number Placeholder 6">
            <a:extLst>
              <a:ext uri="{FF2B5EF4-FFF2-40B4-BE49-F238E27FC236}">
                <a16:creationId xmlns:a16="http://schemas.microsoft.com/office/drawing/2014/main" xmlns="" id="{2DBF5B61-6BCE-B806-7355-A9CAF2F52E07}"/>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16191491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3D0C91ED-031B-1F84-18D6-A3433282D1EB}"/>
              </a:ext>
              <a:ext uri="{C183D7F6-B498-43B3-948B-1728B52AA6E4}">
                <adec:decorative xmlns:adec="http://schemas.microsoft.com/office/drawing/2017/decorative" xmlns=""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0FD76509-3F9A-43EB-ACB9-D2DC93AD0CFB}"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282403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3D0C91ED-031B-1F84-18D6-A3433282D1EB}"/>
              </a:ext>
              <a:ext uri="{C183D7F6-B498-43B3-948B-1728B52AA6E4}">
                <adec:decorative xmlns:adec="http://schemas.microsoft.com/office/drawing/2017/decorative" xmlns=""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678307C0-5A4D-4028-87F0-D7944102C3B0}"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3395514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xmlns="" id="{78B94F97-DECF-9D08-B010-295E40EAA933}"/>
              </a:ext>
              <a:ext uri="{C183D7F6-B498-43B3-948B-1728B52AA6E4}">
                <adec:decorative xmlns:adec="http://schemas.microsoft.com/office/drawing/2017/decorative" xmlns=""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xmlns="" id="{1431391B-BBB7-306B-D104-FBDE7E371B99}"/>
              </a:ext>
            </a:extLst>
          </p:cNvPr>
          <p:cNvSpPr>
            <a:spLocks noGrp="1"/>
          </p:cNvSpPr>
          <p:nvPr>
            <p:ph type="dt" sz="half" idx="10"/>
          </p:nvPr>
        </p:nvSpPr>
        <p:spPr/>
        <p:txBody>
          <a:bodyPr/>
          <a:lstStyle/>
          <a:p>
            <a:fld id="{05D9601D-605E-4CAE-AB0F-5903F08ABD35}" type="datetime1">
              <a:rPr lang="en-US" smtClean="0"/>
              <a:pPr/>
              <a:t>11/5/2025</a:t>
            </a:fld>
            <a:endParaRPr lang="en-US"/>
          </a:p>
        </p:txBody>
      </p:sp>
      <p:sp>
        <p:nvSpPr>
          <p:cNvPr id="6" name="Slide Number Placeholder 5">
            <a:extLst>
              <a:ext uri="{FF2B5EF4-FFF2-40B4-BE49-F238E27FC236}">
                <a16:creationId xmlns:a16="http://schemas.microsoft.com/office/drawing/2014/main" xmlns="" id="{FBB1146F-E81F-53A1-6AA3-7014153F6ADB}"/>
              </a:ext>
            </a:extLst>
          </p:cNvPr>
          <p:cNvSpPr>
            <a:spLocks noGrp="1"/>
          </p:cNvSpPr>
          <p:nvPr>
            <p:ph type="sldNum" sz="quarter" idx="12"/>
          </p:nvPr>
        </p:nvSpPr>
        <p:spPr/>
        <p:txBody>
          <a:bodyPr/>
          <a:lstStyle/>
          <a:p>
            <a:fld id="{7604640D-0255-40E7-9767-A88F9D8B1142}" type="slidenum">
              <a:rPr lang="en-US" smtClean="0"/>
              <a:pPr/>
              <a:t>‹N°›</a:t>
            </a:fld>
            <a:endParaRPr lang="en-US"/>
          </a:p>
        </p:txBody>
      </p:sp>
    </p:spTree>
    <p:extLst>
      <p:ext uri="{BB962C8B-B14F-4D97-AF65-F5344CB8AC3E}">
        <p14:creationId xmlns:p14="http://schemas.microsoft.com/office/powerpoint/2010/main" xmlns="" val="40322590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xmlns=""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11/5/2025</a:t>
            </a:fld>
            <a:endParaRPr lang="en-US" dirty="0"/>
          </a:p>
        </p:txBody>
      </p:sp>
      <p:sp>
        <p:nvSpPr>
          <p:cNvPr id="6" name="Slide Number Placeholder 5">
            <a:extLst>
              <a:ext uri="{FF2B5EF4-FFF2-40B4-BE49-F238E27FC236}">
                <a16:creationId xmlns:a16="http://schemas.microsoft.com/office/drawing/2014/main" xmlns=""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‹N°›</a:t>
            </a:fld>
            <a:endParaRPr lang="en-US" dirty="0"/>
          </a:p>
        </p:txBody>
      </p:sp>
    </p:spTree>
    <p:extLst>
      <p:ext uri="{BB962C8B-B14F-4D97-AF65-F5344CB8AC3E}">
        <p14:creationId xmlns:p14="http://schemas.microsoft.com/office/powerpoint/2010/main" xmlns="" val="2119829267"/>
      </p:ext>
    </p:extLst>
  </p:cSld>
  <p:clrMap bg1="lt1" tx1="dk1" bg2="lt2" tx2="dk2" accent1="accent1" accent2="accent2" accent3="accent3" accent4="accent4" accent5="accent5" accent6="accent6" hlink="hlink" folHlink="folHlink"/>
  <p:sldLayoutIdLst>
    <p:sldLayoutId id="2147483823" r:id="rId1"/>
    <p:sldLayoutId id="2147483797" r:id="rId2"/>
    <p:sldLayoutId id="2147483821" r:id="rId3"/>
    <p:sldLayoutId id="2147483707" r:id="rId4"/>
    <p:sldLayoutId id="2147483718" r:id="rId5"/>
    <p:sldLayoutId id="2147483824" r:id="rId6"/>
    <p:sldLayoutId id="2147483680" r:id="rId7"/>
    <p:sldLayoutId id="2147483822" r:id="rId8"/>
    <p:sldLayoutId id="2147483825" r:id="rId9"/>
    <p:sldLayoutId id="2147483701" r:id="rId10"/>
    <p:sldLayoutId id="2147483689" r:id="rId11"/>
    <p:sldLayoutId id="2147483792" r:id="rId12"/>
    <p:sldLayoutId id="2147483793" r:id="rId13"/>
    <p:sldLayoutId id="2147483800" r:id="rId14"/>
    <p:sldLayoutId id="2147483809" r:id="rId15"/>
    <p:sldLayoutId id="2147483778" r:id="rId16"/>
    <p:sldLayoutId id="2147483796" r:id="rId17"/>
    <p:sldLayoutId id="2147483794" r:id="rId18"/>
    <p:sldLayoutId id="2147483786" r:id="rId19"/>
    <p:sldLayoutId id="2147483795" r:id="rId20"/>
    <p:sldLayoutId id="2147483801" r:id="rId21"/>
    <p:sldLayoutId id="2147483814" r:id="rId22"/>
    <p:sldLayoutId id="2147483813" r:id="rId23"/>
    <p:sldLayoutId id="2147483817" r:id="rId24"/>
    <p:sldLayoutId id="2147483744" r:id="rId25"/>
    <p:sldLayoutId id="2147483816" r:id="rId26"/>
    <p:sldLayoutId id="2147483815" r:id="rId27"/>
    <p:sldLayoutId id="2147483818" r:id="rId28"/>
    <p:sldLayoutId id="2147483819" r:id="rId29"/>
    <p:sldLayoutId id="2147483770" r:id="rId30"/>
    <p:sldLayoutId id="2147483737" r:id="rId31"/>
    <p:sldLayoutId id="2147483734" r:id="rId32"/>
    <p:sldLayoutId id="2147483812" r:id="rId33"/>
    <p:sldLayoutId id="2147483757" r:id="rId34"/>
    <p:sldLayoutId id="2147483765" r:id="rId35"/>
    <p:sldLayoutId id="2147483727" r:id="rId36"/>
    <p:sldLayoutId id="2147483743" r:id="rId37"/>
    <p:sldLayoutId id="2147483764" r:id="rId38"/>
    <p:sldLayoutId id="2147483693" r:id="rId39"/>
    <p:sldLayoutId id="2147483695" r:id="rId40"/>
    <p:sldLayoutId id="2147483696" r:id="rId41"/>
    <p:sldLayoutId id="2147483667" r:id="rId42"/>
    <p:sldLayoutId id="2147483686" r:id="rId43"/>
    <p:sldLayoutId id="2147483687" r:id="rId44"/>
    <p:sldLayoutId id="2147483694" r:id="rId45"/>
    <p:sldLayoutId id="2147483673" r:id="rId46"/>
    <p:sldLayoutId id="2147483668" r:id="rId47"/>
    <p:sldLayoutId id="2147483674" r:id="rId48"/>
    <p:sldLayoutId id="2147483675" r:id="rId49"/>
    <p:sldLayoutId id="2147483802" r:id="rId50"/>
    <p:sldLayoutId id="2147483803" r:id="rId51"/>
    <p:sldLayoutId id="2147483804" r:id="rId52"/>
    <p:sldLayoutId id="2147483805" r:id="rId53"/>
    <p:sldLayoutId id="2147483806" r:id="rId54"/>
    <p:sldLayoutId id="2147483807" r:id="rId55"/>
    <p:sldLayoutId id="2147483789" r:id="rId56"/>
    <p:sldLayoutId id="2147483810" r:id="rId57"/>
    <p:sldLayoutId id="214748379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hoto taken in Madison County, north Florida. Nikon D750 with AF-S NIKKOR 70-200mm f/2.8E FL ED VR">
            <a:extLst>
              <a:ext uri="{FF2B5EF4-FFF2-40B4-BE49-F238E27FC236}">
                <a16:creationId xmlns:a16="http://schemas.microsoft.com/office/drawing/2014/main" xmlns="" id="{D469C6A1-3296-4327-8A05-B52988D297C4}"/>
              </a:ext>
            </a:extLst>
          </p:cNvPr>
          <p:cNvPicPr>
            <a:picLocks noChangeAspect="1"/>
          </p:cNvPicPr>
          <p:nvPr/>
        </p:nvPicPr>
        <p:blipFill>
          <a:blip r:embed="rId3" cstate="print"/>
          <a:srcRect t="15730"/>
          <a:stretch>
            <a:fillRect/>
          </a:stretch>
        </p:blipFill>
        <p:spPr>
          <a:xfrm>
            <a:off x="20" y="10"/>
            <a:ext cx="12191980" cy="685799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noFill/>
        </p:spPr>
      </p:pic>
      <p:sp>
        <p:nvSpPr>
          <p:cNvPr id="2" name="Title 1">
            <a:extLst>
              <a:ext uri="{FF2B5EF4-FFF2-40B4-BE49-F238E27FC236}">
                <a16:creationId xmlns:a16="http://schemas.microsoft.com/office/drawing/2014/main" xmlns="" id="{A0C6B70E-5567-74EC-F151-5AA9969B934B}"/>
              </a:ext>
            </a:extLst>
          </p:cNvPr>
          <p:cNvSpPr>
            <a:spLocks noGrp="1"/>
          </p:cNvSpPr>
          <p:nvPr>
            <p:ph type="ctrTitle"/>
          </p:nvPr>
        </p:nvSpPr>
        <p:spPr>
          <a:xfrm>
            <a:off x="7925443" y="664143"/>
            <a:ext cx="3636190" cy="3298073"/>
          </a:xfrm>
        </p:spPr>
        <p:txBody>
          <a:bodyPr anchor="t">
            <a:normAutofit/>
          </a:bodyPr>
          <a:lstStyle/>
          <a:p>
            <a:r>
              <a:rPr lang="en-US" dirty="0"/>
              <a:t>Technology Trends: Smart </a:t>
            </a:r>
            <a:r>
              <a:rPr lang="en-US" dirty="0" smtClean="0"/>
              <a:t>Irrigation</a:t>
            </a:r>
            <a:br>
              <a:rPr lang="en-US" dirty="0" smtClean="0"/>
            </a:br>
            <a:endParaRPr lang="en-US" dirty="0"/>
          </a:p>
        </p:txBody>
      </p:sp>
      <p:sp>
        <p:nvSpPr>
          <p:cNvPr id="3" name="Subtitle 2">
            <a:extLst>
              <a:ext uri="{FF2B5EF4-FFF2-40B4-BE49-F238E27FC236}">
                <a16:creationId xmlns:a16="http://schemas.microsoft.com/office/drawing/2014/main" xmlns="" id="{F8ED55AB-0F0B-E1B7-EEBD-714A566480EF}"/>
              </a:ext>
            </a:extLst>
          </p:cNvPr>
          <p:cNvSpPr>
            <a:spLocks noGrp="1"/>
          </p:cNvSpPr>
          <p:nvPr>
            <p:ph type="subTitle" idx="1"/>
          </p:nvPr>
        </p:nvSpPr>
        <p:spPr>
          <a:xfrm>
            <a:off x="8077200" y="2740968"/>
            <a:ext cx="3636190" cy="2440632"/>
          </a:xfrm>
        </p:spPr>
        <p:txBody>
          <a:bodyPr>
            <a:normAutofit/>
          </a:bodyPr>
          <a:lstStyle/>
          <a:p>
            <a:pPr lvl="1"/>
            <a:r>
              <a:rPr lang="fr-FR" dirty="0" err="1" smtClean="0">
                <a:latin typeface="Arial Narrow" pitchFamily="34" charset="0"/>
              </a:rPr>
              <a:t>Supervised</a:t>
            </a:r>
            <a:r>
              <a:rPr lang="fr-FR" dirty="0" smtClean="0">
                <a:latin typeface="Arial Narrow" pitchFamily="34" charset="0"/>
              </a:rPr>
              <a:t> by: Mrs </a:t>
            </a:r>
            <a:r>
              <a:rPr lang="fr-FR" dirty="0" err="1" smtClean="0">
                <a:latin typeface="Arial Narrow" pitchFamily="34" charset="0"/>
              </a:rPr>
              <a:t>Dziria</a:t>
            </a:r>
            <a:endParaRPr lang="fr-FR" dirty="0" smtClean="0">
              <a:latin typeface="Arial Narrow" pitchFamily="34" charset="0"/>
            </a:endParaRPr>
          </a:p>
          <a:p>
            <a:pPr lvl="1"/>
            <a:r>
              <a:rPr lang="en-US" dirty="0" smtClean="0">
                <a:latin typeface="Arial Narrow" pitchFamily="34" charset="0"/>
              </a:rPr>
              <a:t>Prepared </a:t>
            </a:r>
            <a:r>
              <a:rPr lang="en-US" dirty="0" smtClean="0">
                <a:latin typeface="Arial Narrow" pitchFamily="34" charset="0"/>
              </a:rPr>
              <a:t>by: </a:t>
            </a:r>
            <a:r>
              <a:rPr lang="en-US" dirty="0" err="1" smtClean="0">
                <a:latin typeface="Arial Narrow" pitchFamily="34" charset="0"/>
              </a:rPr>
              <a:t>Ferid</a:t>
            </a:r>
            <a:r>
              <a:rPr lang="en-US" dirty="0" smtClean="0">
                <a:latin typeface="Arial Narrow" pitchFamily="34" charset="0"/>
              </a:rPr>
              <a:t> </a:t>
            </a:r>
            <a:r>
              <a:rPr lang="en-US" dirty="0" err="1" smtClean="0">
                <a:latin typeface="Arial Narrow" pitchFamily="34" charset="0"/>
              </a:rPr>
              <a:t>Saad</a:t>
            </a:r>
            <a:endParaRPr lang="en-US" dirty="0" smtClean="0">
              <a:latin typeface="Arial Narrow" pitchFamily="34" charset="0"/>
            </a:endParaRPr>
          </a:p>
          <a:p>
            <a:pPr lvl="1"/>
            <a:r>
              <a:rPr lang="en-US" dirty="0" smtClean="0">
                <a:latin typeface="Arial Narrow" pitchFamily="34" charset="0"/>
              </a:rPr>
              <a:t>First </a:t>
            </a:r>
            <a:r>
              <a:rPr lang="en-US" dirty="0" smtClean="0">
                <a:latin typeface="Arial Narrow" pitchFamily="34" charset="0"/>
              </a:rPr>
              <a:t>Year </a:t>
            </a:r>
            <a:r>
              <a:rPr lang="en-US" dirty="0" err="1" smtClean="0">
                <a:latin typeface="Arial Narrow" pitchFamily="34" charset="0"/>
              </a:rPr>
              <a:t>DevOps</a:t>
            </a:r>
            <a:r>
              <a:rPr lang="en-US" dirty="0" smtClean="0">
                <a:latin typeface="Arial Narrow" pitchFamily="34" charset="0"/>
              </a:rPr>
              <a:t> </a:t>
            </a:r>
            <a:endParaRPr lang="en-US" dirty="0" smtClean="0">
              <a:latin typeface="Arial Narrow" pitchFamily="34" charset="0"/>
            </a:endParaRPr>
          </a:p>
          <a:p>
            <a:endParaRPr lang="en-US" dirty="0" smtClean="0">
              <a:latin typeface="Arial Narrow" pitchFamily="34" charset="0"/>
            </a:endParaRPr>
          </a:p>
          <a:p>
            <a:r>
              <a:rPr lang="en-US" dirty="0" smtClean="0">
                <a:latin typeface="Arial Narrow" pitchFamily="34" charset="0"/>
              </a:rPr>
              <a:t>Academic </a:t>
            </a:r>
            <a:r>
              <a:rPr lang="en-US" dirty="0" smtClean="0">
                <a:latin typeface="Arial Narrow" pitchFamily="34" charset="0"/>
              </a:rPr>
              <a:t>Year: 2025/2026</a:t>
            </a:r>
            <a:r>
              <a:rPr lang="fr-FR" dirty="0" smtClean="0">
                <a:latin typeface="Arial Narrow" pitchFamily="34" charset="0"/>
              </a:rPr>
              <a:t> </a:t>
            </a:r>
            <a:endParaRPr lang="en-US" dirty="0">
              <a:latin typeface="Arial Narrow" pitchFamily="34" charset="0"/>
            </a:endParaRPr>
          </a:p>
        </p:txBody>
      </p:sp>
      <p:grpSp>
        <p:nvGrpSpPr>
          <p:cNvPr id="7" name="Group 16"/>
          <p:cNvGrpSpPr/>
          <p:nvPr/>
        </p:nvGrpSpPr>
        <p:grpSpPr>
          <a:xfrm>
            <a:off x="10668000" y="152400"/>
            <a:ext cx="1071119" cy="1097278"/>
            <a:chOff x="0" y="0"/>
            <a:chExt cx="812800" cy="812800"/>
          </a:xfrm>
        </p:grpSpPr>
        <p:sp>
          <p:nvSpPr>
            <p:cNvPr id="8" name="Freeform 17"/>
            <p:cNvSpPr/>
            <p:nvPr/>
          </p:nvSpPr>
          <p:spPr>
            <a:xfrm>
              <a:off x="0" y="0"/>
              <a:ext cx="812800" cy="812800"/>
            </a:xfrm>
            <a:custGeom>
              <a:avLst/>
              <a:gdLst/>
              <a:ahLst/>
              <a:cxnLst/>
              <a:rect l="l" t="t" r="r" b="b"/>
              <a:pathLst>
                <a:path w="812800" h="812800">
                  <a:moveTo>
                    <a:pt x="116656" y="0"/>
                  </a:moveTo>
                  <a:lnTo>
                    <a:pt x="696144" y="0"/>
                  </a:lnTo>
                  <a:cubicBezTo>
                    <a:pt x="760571" y="0"/>
                    <a:pt x="812800" y="52229"/>
                    <a:pt x="812800" y="116656"/>
                  </a:cubicBezTo>
                  <a:lnTo>
                    <a:pt x="812800" y="696144"/>
                  </a:lnTo>
                  <a:cubicBezTo>
                    <a:pt x="812800" y="760571"/>
                    <a:pt x="760571" y="812800"/>
                    <a:pt x="696144" y="812800"/>
                  </a:cubicBezTo>
                  <a:lnTo>
                    <a:pt x="116656" y="812800"/>
                  </a:lnTo>
                  <a:cubicBezTo>
                    <a:pt x="52229" y="812800"/>
                    <a:pt x="0" y="760571"/>
                    <a:pt x="0" y="696144"/>
                  </a:cubicBezTo>
                  <a:lnTo>
                    <a:pt x="0" y="116656"/>
                  </a:lnTo>
                  <a:cubicBezTo>
                    <a:pt x="0" y="52229"/>
                    <a:pt x="52229" y="0"/>
                    <a:pt x="116656" y="0"/>
                  </a:cubicBezTo>
                  <a:close/>
                </a:path>
              </a:pathLst>
            </a:custGeom>
            <a:blipFill>
              <a:blip r:embed="rId4" cstate="print"/>
              <a:stretch>
                <a:fillRect l="-10010" t="-7309" b="-3666"/>
              </a:stretch>
            </a:blipFill>
            <a:ln w="66675" cap="rnd">
              <a:solidFill>
                <a:srgbClr val="1C5739"/>
              </a:solidFill>
              <a:prstDash val="solid"/>
              <a:round/>
            </a:ln>
          </p:spPr>
        </p:sp>
      </p:grpSp>
    </p:spTree>
    <p:extLst>
      <p:ext uri="{BB962C8B-B14F-4D97-AF65-F5344CB8AC3E}">
        <p14:creationId xmlns:p14="http://schemas.microsoft.com/office/powerpoint/2010/main" xmlns="" val="416234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0"/>
                                  </p:stCondLst>
                                  <p:iterate>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700"/>
                                        <p:tgtEl>
                                          <p:spTgt spid="3">
                                            <p:txEl>
                                              <p:pRg st="2" end="2"/>
                                            </p:txEl>
                                          </p:spTgt>
                                        </p:tgtEl>
                                      </p:cBhvr>
                                    </p:animEffect>
                                  </p:childTnLst>
                                </p:cTn>
                              </p:par>
                              <p:par>
                                <p:cTn id="17" presetID="10" presetClass="entr" presetSubtype="0" fill="hold" grpId="0" nodeType="withEffect">
                                  <p:stCondLst>
                                    <p:cond delay="1500"/>
                                  </p:stCondLst>
                                  <p:iterate>
                                    <p:tmPct val="10000"/>
                                  </p:iterate>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700"/>
                                        <p:tgtEl>
                                          <p:spTgt spid="3">
                                            <p:txEl>
                                              <p:pRg st="4" end="4"/>
                                            </p:txEl>
                                          </p:spTgt>
                                        </p:tgtEl>
                                      </p:cBhvr>
                                    </p:animEffect>
                                  </p:childTnLst>
                                </p:cTn>
                              </p:par>
                              <p:par>
                                <p:cTn id="20" presetID="42" presetClass="entr" presetSubtype="0" fill="hold" grpId="1" nodeType="withEffect">
                                  <p:stCondLst>
                                    <p:cond delay="250"/>
                                  </p:stCondLst>
                                  <p:iterate>
                                    <p:tmPct val="10000"/>
                                  </p:iterate>
                                  <p:childTnLst>
                                    <p:set>
                                      <p:cBhvr>
                                        <p:cTn id="21" dur="1" fill="hold">
                                          <p:stCondLst>
                                            <p:cond delay="0"/>
                                          </p:stCondLst>
                                        </p:cTn>
                                        <p:tgtEl>
                                          <p:spTgt spid="3"/>
                                        </p:tgtEl>
                                        <p:attrNameLst>
                                          <p:attrName>style.visibility</p:attrName>
                                        </p:attrNameLst>
                                      </p:cBhvr>
                                      <p:to>
                                        <p:strVal val="visible"/>
                                      </p:to>
                                    </p:set>
                                    <p:animEffect transition="in" filter="fade">
                                      <p:cBhvr>
                                        <p:cTn id="22" dur="250"/>
                                        <p:tgtEl>
                                          <p:spTgt spid="3"/>
                                        </p:tgtEl>
                                      </p:cBhvr>
                                    </p:animEffect>
                                    <p:anim calcmode="lin" valueType="num">
                                      <p:cBhvr>
                                        <p:cTn id="23" dur="250" fill="hold"/>
                                        <p:tgtEl>
                                          <p:spTgt spid="3"/>
                                        </p:tgtEl>
                                        <p:attrNameLst>
                                          <p:attrName>ppt_x</p:attrName>
                                        </p:attrNameLst>
                                      </p:cBhvr>
                                      <p:tavLst>
                                        <p:tav tm="0">
                                          <p:val>
                                            <p:strVal val="#ppt_x"/>
                                          </p:val>
                                        </p:tav>
                                        <p:tav tm="100000">
                                          <p:val>
                                            <p:strVal val="#ppt_x"/>
                                          </p:val>
                                        </p:tav>
                                      </p:tavLst>
                                    </p:anim>
                                    <p:anim calcmode="lin" valueType="num">
                                      <p:cBhvr>
                                        <p:cTn id="24"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3787D2-B704-19BF-4229-740475B3BF09}"/>
              </a:ext>
            </a:extLst>
          </p:cNvPr>
          <p:cNvSpPr>
            <a:spLocks noGrp="1"/>
          </p:cNvSpPr>
          <p:nvPr>
            <p:ph type="title"/>
          </p:nvPr>
        </p:nvSpPr>
        <p:spPr>
          <a:xfrm>
            <a:off x="762000" y="304800"/>
            <a:ext cx="7258050" cy="2826351"/>
          </a:xfrm>
        </p:spPr>
        <p:txBody>
          <a:bodyPr anchor="ctr">
            <a:normAutofit/>
          </a:bodyPr>
          <a:lstStyle/>
          <a:p>
            <a:r>
              <a:rPr lang="en-US" dirty="0"/>
              <a:t>Overview </a:t>
            </a:r>
            <a:r>
              <a:rPr lang="en-US" dirty="0" smtClean="0"/>
              <a:t>of</a:t>
            </a:r>
            <a:r>
              <a:rPr lang="fr-FR" dirty="0" smtClean="0"/>
              <a:t> final </a:t>
            </a:r>
            <a:r>
              <a:rPr lang="fr-FR" dirty="0" err="1" smtClean="0"/>
              <a:t>year</a:t>
            </a:r>
            <a:r>
              <a:rPr lang="fr-FR" dirty="0" smtClean="0"/>
              <a:t> </a:t>
            </a:r>
            <a:r>
              <a:rPr lang="fr-FR" dirty="0" err="1" smtClean="0"/>
              <a:t>project</a:t>
            </a:r>
            <a:endParaRPr lang="en-US" dirty="0"/>
          </a:p>
        </p:txBody>
      </p:sp>
      <p:grpSp>
        <p:nvGrpSpPr>
          <p:cNvPr id="3" name="Group 12"/>
          <p:cNvGrpSpPr/>
          <p:nvPr/>
        </p:nvGrpSpPr>
        <p:grpSpPr>
          <a:xfrm>
            <a:off x="8382000" y="381000"/>
            <a:ext cx="3048000" cy="4891342"/>
            <a:chOff x="0" y="0"/>
            <a:chExt cx="849987" cy="1182790"/>
          </a:xfrm>
        </p:grpSpPr>
        <p:sp>
          <p:nvSpPr>
            <p:cNvPr id="4" name="Freeform 13"/>
            <p:cNvSpPr/>
            <p:nvPr/>
          </p:nvSpPr>
          <p:spPr>
            <a:xfrm>
              <a:off x="0" y="0"/>
              <a:ext cx="849987" cy="1182790"/>
            </a:xfrm>
            <a:custGeom>
              <a:avLst/>
              <a:gdLst/>
              <a:ahLst/>
              <a:cxnLst/>
              <a:rect l="l" t="t" r="r" b="b"/>
              <a:pathLst>
                <a:path w="849987" h="1182790">
                  <a:moveTo>
                    <a:pt x="0" y="0"/>
                  </a:moveTo>
                  <a:lnTo>
                    <a:pt x="849987" y="0"/>
                  </a:lnTo>
                  <a:lnTo>
                    <a:pt x="849987" y="1182790"/>
                  </a:lnTo>
                  <a:lnTo>
                    <a:pt x="0" y="1182790"/>
                  </a:lnTo>
                  <a:close/>
                </a:path>
              </a:pathLst>
            </a:custGeom>
            <a:blipFill>
              <a:blip r:embed="rId3" cstate="print"/>
              <a:stretch>
                <a:fillRect l="-93112" t="-11431" r="-95156" b="-5657"/>
              </a:stretch>
            </a:blipFill>
          </p:spPr>
        </p:sp>
      </p:grpSp>
    </p:spTree>
    <p:extLst>
      <p:ext uri="{BB962C8B-B14F-4D97-AF65-F5344CB8AC3E}">
        <p14:creationId xmlns:p14="http://schemas.microsoft.com/office/powerpoint/2010/main" xmlns="" val="18399673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3787D2-B704-19BF-4229-740475B3BF09}"/>
              </a:ext>
            </a:extLst>
          </p:cNvPr>
          <p:cNvSpPr>
            <a:spLocks noGrp="1"/>
          </p:cNvSpPr>
          <p:nvPr>
            <p:ph type="title"/>
          </p:nvPr>
        </p:nvSpPr>
        <p:spPr>
          <a:xfrm>
            <a:off x="2388871" y="1707549"/>
            <a:ext cx="7258050" cy="2826351"/>
          </a:xfrm>
        </p:spPr>
        <p:txBody>
          <a:bodyPr anchor="ctr">
            <a:normAutofit/>
          </a:bodyPr>
          <a:lstStyle/>
          <a:p>
            <a:r>
              <a:rPr lang="en-US"/>
              <a:t>Overview of Smart Irrigation</a:t>
            </a:r>
          </a:p>
        </p:txBody>
      </p:sp>
    </p:spTree>
    <p:extLst>
      <p:ext uri="{BB962C8B-B14F-4D97-AF65-F5344CB8AC3E}">
        <p14:creationId xmlns:p14="http://schemas.microsoft.com/office/powerpoint/2010/main" xmlns="" val="18399673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5BD438-6422-6D7F-1A70-E19053A2F70A}"/>
              </a:ext>
            </a:extLst>
          </p:cNvPr>
          <p:cNvSpPr>
            <a:spLocks noGrp="1"/>
          </p:cNvSpPr>
          <p:nvPr>
            <p:ph type="title"/>
          </p:nvPr>
        </p:nvSpPr>
        <p:spPr>
          <a:xfrm>
            <a:off x="5124091" y="354723"/>
            <a:ext cx="6541852" cy="1166961"/>
          </a:xfrm>
        </p:spPr>
        <p:txBody>
          <a:bodyPr anchor="b">
            <a:normAutofit/>
          </a:bodyPr>
          <a:lstStyle/>
          <a:p>
            <a:r>
              <a:rPr lang="en-US"/>
              <a:t>Introduction</a:t>
            </a:r>
          </a:p>
        </p:txBody>
      </p:sp>
      <p:pic>
        <p:nvPicPr>
          <p:cNvPr id="5" name="Content Placeholder 4" descr="Farm field at harvest time">
            <a:extLst>
              <a:ext uri="{FF2B5EF4-FFF2-40B4-BE49-F238E27FC236}">
                <a16:creationId xmlns:a16="http://schemas.microsoft.com/office/drawing/2014/main" xmlns="" id="{2B27C9EF-A5EA-43FD-B62F-137AC7297BB3}"/>
              </a:ext>
            </a:extLst>
          </p:cNvPr>
          <p:cNvPicPr>
            <a:picLocks noGrp="1" noChangeAspect="1"/>
          </p:cNvPicPr>
          <p:nvPr>
            <p:ph type="pic" sz="quarter" idx="15"/>
          </p:nvPr>
        </p:nvPicPr>
        <p:blipFill>
          <a:blip r:embed="rId3" cstate="print"/>
          <a:srcRect l="21273" r="36472" b="-1"/>
          <a:stretch>
            <a:fillRect/>
          </a:stretch>
        </p:blipFill>
        <p:spPr>
          <a:xfrm>
            <a:off x="1" y="10"/>
            <a:ext cx="4341253" cy="6857990"/>
          </a:xfrm>
          <a:prstGeom prst="rect">
            <a:avLst/>
          </a:prstGeom>
          <a:noFill/>
        </p:spPr>
      </p:pic>
      <p:sp>
        <p:nvSpPr>
          <p:cNvPr id="6" name="Rectangle 5"/>
          <p:cNvSpPr/>
          <p:nvPr/>
        </p:nvSpPr>
        <p:spPr>
          <a:xfrm>
            <a:off x="5105400" y="2286000"/>
            <a:ext cx="6477000" cy="1668214"/>
          </a:xfrm>
          <a:prstGeom prst="rect">
            <a:avLst/>
          </a:prstGeom>
        </p:spPr>
        <p:txBody>
          <a:bodyPr wrap="square">
            <a:spAutoFit/>
          </a:bodyPr>
          <a:lstStyle/>
          <a:p>
            <a:pPr algn="just">
              <a:lnSpc>
                <a:spcPct val="150000"/>
              </a:lnSpc>
            </a:pPr>
            <a:r>
              <a:rPr lang="en-US" sz="1400" dirty="0" smtClean="0"/>
              <a:t>Smart </a:t>
            </a:r>
            <a:r>
              <a:rPr lang="en-US" sz="1400" dirty="0" smtClean="0"/>
              <a:t>irrigation is a leading technology trend in agriculture. </a:t>
            </a:r>
            <a:r>
              <a:rPr lang="en-US" sz="1400" dirty="0" smtClean="0"/>
              <a:t>It uses </a:t>
            </a:r>
            <a:r>
              <a:rPr lang="en-US" sz="1400" dirty="0" err="1" smtClean="0"/>
              <a:t>IoT</a:t>
            </a:r>
            <a:r>
              <a:rPr lang="en-US" sz="1400" dirty="0" smtClean="0"/>
              <a:t> sensors, AI, and data analytics to optimize water use, reduce waste, and improve crop yields. With growing water scarcity and climate challenges, smart irrigation is essential for sustainable farming and aligns with global digital transformation in agriculture.</a:t>
            </a:r>
            <a:endParaRPr lang="en-US" sz="1400" dirty="0"/>
          </a:p>
        </p:txBody>
      </p:sp>
    </p:spTree>
    <p:extLst>
      <p:ext uri="{BB962C8B-B14F-4D97-AF65-F5344CB8AC3E}">
        <p14:creationId xmlns:p14="http://schemas.microsoft.com/office/powerpoint/2010/main" xmlns="" val="2933767286"/>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94C9AA-983F-8076-AA1B-E67624CDBB3C}"/>
              </a:ext>
            </a:extLst>
          </p:cNvPr>
          <p:cNvSpPr>
            <a:spLocks noGrp="1"/>
          </p:cNvSpPr>
          <p:nvPr>
            <p:ph type="title"/>
          </p:nvPr>
        </p:nvSpPr>
        <p:spPr>
          <a:xfrm>
            <a:off x="5124091" y="354723"/>
            <a:ext cx="6541852" cy="1166961"/>
          </a:xfrm>
        </p:spPr>
        <p:txBody>
          <a:bodyPr anchor="b">
            <a:normAutofit/>
          </a:bodyPr>
          <a:lstStyle/>
          <a:p>
            <a:r>
              <a:rPr lang="en-US"/>
              <a:t>Why Smart Irrigation?</a:t>
            </a:r>
          </a:p>
        </p:txBody>
      </p:sp>
      <p:pic>
        <p:nvPicPr>
          <p:cNvPr id="5" name="Content Placeholder 4" descr="Ground view of backyard sprinkler">
            <a:extLst>
              <a:ext uri="{FF2B5EF4-FFF2-40B4-BE49-F238E27FC236}">
                <a16:creationId xmlns:a16="http://schemas.microsoft.com/office/drawing/2014/main" xmlns="" id="{06A34458-C6DE-4C75-8B71-1E2D64ED179A}"/>
              </a:ext>
            </a:extLst>
          </p:cNvPr>
          <p:cNvPicPr>
            <a:picLocks noGrp="1" noChangeAspect="1"/>
          </p:cNvPicPr>
          <p:nvPr>
            <p:ph type="pic" sz="quarter" idx="15"/>
          </p:nvPr>
        </p:nvPicPr>
        <p:blipFill>
          <a:blip r:embed="rId3" cstate="print"/>
          <a:srcRect l="13552" r="44194"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xmlns="" id="{BECDC183-8787-C916-CC13-641C038D43DA}"/>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dirty="0"/>
              <a:t>Water Scarcity Challenges</a:t>
            </a:r>
          </a:p>
          <a:p>
            <a:pPr marL="0" lvl="1" indent="0">
              <a:lnSpc>
                <a:spcPct val="120000"/>
              </a:lnSpc>
              <a:buFont typeface="Arial" panose="020B0604020202020204" pitchFamily="34" charset="0"/>
              <a:buNone/>
            </a:pPr>
            <a:r>
              <a:rPr dirty="0"/>
              <a:t>Climate change and population growth increase water scarcity, demanding efficient water management in agriculture.</a:t>
            </a:r>
            <a:endParaRPr lang="en-US" dirty="0"/>
          </a:p>
          <a:p>
            <a:pPr marL="0" indent="0">
              <a:lnSpc>
                <a:spcPct val="120000"/>
              </a:lnSpc>
              <a:spcBef>
                <a:spcPts val="2500"/>
              </a:spcBef>
              <a:buFont typeface="Arial" panose="020B0604020202020204" pitchFamily="34" charset="0"/>
              <a:buNone/>
            </a:pPr>
            <a:r>
              <a:rPr lang="en-US" b="1" dirty="0"/>
              <a:t>Sustainable Agriculture Needs</a:t>
            </a:r>
          </a:p>
          <a:p>
            <a:pPr marL="0" lvl="1" indent="0">
              <a:lnSpc>
                <a:spcPct val="120000"/>
              </a:lnSpc>
              <a:buFont typeface="Arial" panose="020B0604020202020204" pitchFamily="34" charset="0"/>
              <a:buNone/>
            </a:pPr>
            <a:r>
              <a:rPr dirty="0"/>
              <a:t>Sustainable farming practices address environmental concerns and resource limitations effectively.</a:t>
            </a:r>
            <a:endParaRPr lang="en-US" dirty="0"/>
          </a:p>
          <a:p>
            <a:pPr marL="0" indent="0">
              <a:lnSpc>
                <a:spcPct val="120000"/>
              </a:lnSpc>
              <a:spcBef>
                <a:spcPts val="2500"/>
              </a:spcBef>
              <a:buFont typeface="Arial" panose="020B0604020202020204" pitchFamily="34" charset="0"/>
              <a:buNone/>
            </a:pPr>
            <a:r>
              <a:rPr lang="en-US" b="1" dirty="0"/>
              <a:t>Rising Food Demand</a:t>
            </a:r>
          </a:p>
          <a:p>
            <a:pPr marL="0" lvl="1" indent="0">
              <a:lnSpc>
                <a:spcPct val="120000"/>
              </a:lnSpc>
              <a:buFont typeface="Arial" panose="020B0604020202020204" pitchFamily="34" charset="0"/>
              <a:buNone/>
            </a:pPr>
            <a:r>
              <a:rPr dirty="0"/>
              <a:t>Growing global food demand requires innovative solutions to improve crop yields sustainably.</a:t>
            </a:r>
            <a:endParaRPr lang="en-US" dirty="0"/>
          </a:p>
          <a:p>
            <a:pPr marL="0" indent="0">
              <a:lnSpc>
                <a:spcPct val="120000"/>
              </a:lnSpc>
              <a:spcBef>
                <a:spcPts val="2500"/>
              </a:spcBef>
              <a:buFont typeface="Arial" panose="020B0604020202020204" pitchFamily="34" charset="0"/>
              <a:buNone/>
            </a:pPr>
            <a:r>
              <a:rPr lang="en-US" b="1" dirty="0"/>
              <a:t>Adapting to Climate Variability</a:t>
            </a:r>
          </a:p>
          <a:p>
            <a:pPr marL="0" lvl="1" indent="0">
              <a:lnSpc>
                <a:spcPct val="120000"/>
              </a:lnSpc>
              <a:buFont typeface="Arial" panose="020B0604020202020204" pitchFamily="34" charset="0"/>
              <a:buNone/>
            </a:pPr>
            <a:r>
              <a:rPr dirty="0"/>
              <a:t>Smart irrigation uses real-time data and adaptive controls to handle unpredictable weather patterns.</a:t>
            </a:r>
            <a:endParaRPr lang="en-US" dirty="0"/>
          </a:p>
        </p:txBody>
      </p:sp>
    </p:spTree>
    <p:extLst>
      <p:ext uri="{BB962C8B-B14F-4D97-AF65-F5344CB8AC3E}">
        <p14:creationId xmlns:p14="http://schemas.microsoft.com/office/powerpoint/2010/main" xmlns="" val="3777891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B19DDA-3859-5C9F-31B9-568AD7A5A7A4}"/>
              </a:ext>
            </a:extLst>
          </p:cNvPr>
          <p:cNvSpPr>
            <a:spLocks noGrp="1"/>
          </p:cNvSpPr>
          <p:nvPr>
            <p:ph type="title"/>
          </p:nvPr>
        </p:nvSpPr>
        <p:spPr>
          <a:xfrm>
            <a:off x="2388871" y="1707549"/>
            <a:ext cx="7258050" cy="2826351"/>
          </a:xfrm>
        </p:spPr>
        <p:txBody>
          <a:bodyPr anchor="ctr">
            <a:normAutofit/>
          </a:bodyPr>
          <a:lstStyle/>
          <a:p>
            <a:r>
              <a:rPr lang="en-US"/>
              <a:t>Technological Foundations</a:t>
            </a:r>
          </a:p>
        </p:txBody>
      </p:sp>
    </p:spTree>
    <p:extLst>
      <p:ext uri="{BB962C8B-B14F-4D97-AF65-F5344CB8AC3E}">
        <p14:creationId xmlns:p14="http://schemas.microsoft.com/office/powerpoint/2010/main" xmlns="" val="38777009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ED23B7-5D0B-6D4E-0725-4E4225EF7052}"/>
              </a:ext>
            </a:extLst>
          </p:cNvPr>
          <p:cNvSpPr>
            <a:spLocks noGrp="1"/>
          </p:cNvSpPr>
          <p:nvPr>
            <p:ph type="title"/>
          </p:nvPr>
        </p:nvSpPr>
        <p:spPr>
          <a:xfrm>
            <a:off x="5124091" y="354723"/>
            <a:ext cx="6541852" cy="1166961"/>
          </a:xfrm>
        </p:spPr>
        <p:txBody>
          <a:bodyPr anchor="b">
            <a:normAutofit/>
          </a:bodyPr>
          <a:lstStyle/>
          <a:p>
            <a:r>
              <a:rPr lang="en-US"/>
              <a:t>Key Technologies in Smart Irrigation</a:t>
            </a:r>
          </a:p>
        </p:txBody>
      </p:sp>
      <p:pic>
        <p:nvPicPr>
          <p:cNvPr id="5" name="Content Placeholder 4" descr="Environmental conservation technology and approaching global sustainable ESG">
            <a:extLst>
              <a:ext uri="{FF2B5EF4-FFF2-40B4-BE49-F238E27FC236}">
                <a16:creationId xmlns:a16="http://schemas.microsoft.com/office/drawing/2014/main" xmlns="" id="{D6B68433-DC99-4805-8C62-8EA59B7AC0B8}"/>
              </a:ext>
            </a:extLst>
          </p:cNvPr>
          <p:cNvPicPr>
            <a:picLocks noGrp="1" noChangeAspect="1"/>
          </p:cNvPicPr>
          <p:nvPr>
            <p:ph type="pic" sz="quarter" idx="15"/>
          </p:nvPr>
        </p:nvPicPr>
        <p:blipFill>
          <a:blip r:embed="rId3" cstate="print"/>
          <a:srcRect l="33314" r="24432"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xmlns="" id="{02FC1EEB-6B55-AD70-7F10-F4C7B9D318F9}"/>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Internet of Things Connectivity</a:t>
            </a:r>
          </a:p>
          <a:p>
            <a:pPr marL="0" lvl="1" indent="0">
              <a:lnSpc>
                <a:spcPct val="120000"/>
              </a:lnSpc>
              <a:buFont typeface="Arial" panose="020B0604020202020204" pitchFamily="34" charset="0"/>
              <a:buNone/>
            </a:pPr>
            <a:r>
              <a:t>IoT devices connect sensors, controllers, and actuators for seamless data exchange in irrigation systems.</a:t>
            </a:r>
            <a:endParaRPr lang="en-US"/>
          </a:p>
          <a:p>
            <a:pPr marL="0" indent="0">
              <a:lnSpc>
                <a:spcPct val="120000"/>
              </a:lnSpc>
              <a:spcBef>
                <a:spcPts val="2500"/>
              </a:spcBef>
              <a:buFont typeface="Arial" panose="020B0604020202020204" pitchFamily="34" charset="0"/>
              <a:buNone/>
            </a:pPr>
            <a:r>
              <a:rPr lang="en-US" b="1"/>
              <a:t>Environmental Sensors Monitoring</a:t>
            </a:r>
          </a:p>
          <a:p>
            <a:pPr marL="0" lvl="1" indent="0">
              <a:lnSpc>
                <a:spcPct val="120000"/>
              </a:lnSpc>
              <a:buFont typeface="Arial" panose="020B0604020202020204" pitchFamily="34" charset="0"/>
              <a:buNone/>
            </a:pPr>
            <a:r>
              <a:t>Sensors track soil moisture, temperature, and humidity to inform precise irrigation timing and volume.</a:t>
            </a:r>
            <a:endParaRPr lang="en-US"/>
          </a:p>
          <a:p>
            <a:pPr marL="0" indent="0">
              <a:lnSpc>
                <a:spcPct val="120000"/>
              </a:lnSpc>
              <a:spcBef>
                <a:spcPts val="2500"/>
              </a:spcBef>
              <a:buFont typeface="Arial" panose="020B0604020202020204" pitchFamily="34" charset="0"/>
              <a:buNone/>
            </a:pPr>
            <a:r>
              <a:rPr lang="en-US" b="1"/>
              <a:t>Artificial Intelligence Analysis</a:t>
            </a:r>
          </a:p>
          <a:p>
            <a:pPr marL="0" lvl="1" indent="0">
              <a:lnSpc>
                <a:spcPct val="120000"/>
              </a:lnSpc>
              <a:buFont typeface="Arial" panose="020B0604020202020204" pitchFamily="34" charset="0"/>
              <a:buNone/>
            </a:pPr>
            <a:r>
              <a:t>AI analyzes sensor data to predict irrigation needs and automate watering decisions effectively.</a:t>
            </a:r>
            <a:endParaRPr lang="en-US"/>
          </a:p>
          <a:p>
            <a:pPr marL="0" indent="0">
              <a:lnSpc>
                <a:spcPct val="120000"/>
              </a:lnSpc>
              <a:spcBef>
                <a:spcPts val="2500"/>
              </a:spcBef>
              <a:buFont typeface="Arial" panose="020B0604020202020204" pitchFamily="34" charset="0"/>
              <a:buNone/>
            </a:pPr>
            <a:r>
              <a:rPr lang="en-US" b="1"/>
              <a:t>Cloud Computing Support</a:t>
            </a:r>
          </a:p>
          <a:p>
            <a:pPr marL="0" lvl="1" indent="0">
              <a:lnSpc>
                <a:spcPct val="120000"/>
              </a:lnSpc>
              <a:buFont typeface="Arial" panose="020B0604020202020204" pitchFamily="34" charset="0"/>
              <a:buNone/>
            </a:pPr>
            <a:r>
              <a:t>Cloud platforms store data and enable remote monitoring and control of irrigation systems by farmers.</a:t>
            </a:r>
            <a:endParaRPr lang="en-US"/>
          </a:p>
        </p:txBody>
      </p:sp>
    </p:spTree>
    <p:extLst>
      <p:ext uri="{BB962C8B-B14F-4D97-AF65-F5344CB8AC3E}">
        <p14:creationId xmlns:p14="http://schemas.microsoft.com/office/powerpoint/2010/main" xmlns="" val="25330025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A29B8A-8DCD-BA12-CA13-23C4EAC899E3}"/>
              </a:ext>
            </a:extLst>
          </p:cNvPr>
          <p:cNvSpPr>
            <a:spLocks noGrp="1"/>
          </p:cNvSpPr>
          <p:nvPr>
            <p:ph type="title"/>
          </p:nvPr>
        </p:nvSpPr>
        <p:spPr>
          <a:xfrm>
            <a:off x="2388871" y="1707549"/>
            <a:ext cx="7258050" cy="2826351"/>
          </a:xfrm>
        </p:spPr>
        <p:txBody>
          <a:bodyPr anchor="ctr">
            <a:normAutofit/>
          </a:bodyPr>
          <a:lstStyle/>
          <a:p>
            <a:r>
              <a:rPr lang="en-US"/>
              <a:t>Impact and Challenges</a:t>
            </a:r>
          </a:p>
        </p:txBody>
      </p:sp>
    </p:spTree>
    <p:extLst>
      <p:ext uri="{BB962C8B-B14F-4D97-AF65-F5344CB8AC3E}">
        <p14:creationId xmlns:p14="http://schemas.microsoft.com/office/powerpoint/2010/main" xmlns="" val="7837354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92E8D-3FB3-708A-4E18-09C44419D273}"/>
              </a:ext>
            </a:extLst>
          </p:cNvPr>
          <p:cNvSpPr>
            <a:spLocks noGrp="1"/>
          </p:cNvSpPr>
          <p:nvPr>
            <p:ph type="title"/>
          </p:nvPr>
        </p:nvSpPr>
        <p:spPr>
          <a:xfrm>
            <a:off x="5124091" y="354723"/>
            <a:ext cx="6541852" cy="1166961"/>
          </a:xfrm>
        </p:spPr>
        <p:txBody>
          <a:bodyPr anchor="b">
            <a:normAutofit/>
          </a:bodyPr>
          <a:lstStyle/>
          <a:p>
            <a:r>
              <a:rPr lang="en-US"/>
              <a:t>Benefits of Smart Irrigation</a:t>
            </a:r>
          </a:p>
        </p:txBody>
      </p:sp>
      <p:pic>
        <p:nvPicPr>
          <p:cNvPr id="5" name="Content Placeholder 4" descr="Pivot irrigation equipment watering a green alfalfa field under a summer blue sky.">
            <a:extLst>
              <a:ext uri="{FF2B5EF4-FFF2-40B4-BE49-F238E27FC236}">
                <a16:creationId xmlns:a16="http://schemas.microsoft.com/office/drawing/2014/main" xmlns="" id="{9A4D315B-E980-48B8-8323-7E3B569754C6}"/>
              </a:ext>
            </a:extLst>
          </p:cNvPr>
          <p:cNvPicPr>
            <a:picLocks noGrp="1" noChangeAspect="1"/>
          </p:cNvPicPr>
          <p:nvPr>
            <p:ph type="pic" sz="quarter" idx="15"/>
          </p:nvPr>
        </p:nvPicPr>
        <p:blipFill>
          <a:blip r:embed="rId3" cstate="print"/>
          <a:srcRect l="35451" r="22295"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xmlns="" id="{5B85F0F8-3365-FE8B-87A8-75D11DA6F7C2}"/>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Efficient Water Usage</a:t>
            </a:r>
          </a:p>
          <a:p>
            <a:pPr marL="0" lvl="1" indent="0">
              <a:lnSpc>
                <a:spcPct val="120000"/>
              </a:lnSpc>
              <a:buFont typeface="Arial" panose="020B0604020202020204" pitchFamily="34" charset="0"/>
              <a:buNone/>
            </a:pPr>
            <a:r>
              <a:t>Smart irrigation conserves water by precisely delivering it only when and where crops need it, reducing waste.</a:t>
            </a:r>
            <a:endParaRPr lang="en-US"/>
          </a:p>
          <a:p>
            <a:pPr marL="0" indent="0">
              <a:lnSpc>
                <a:spcPct val="120000"/>
              </a:lnSpc>
              <a:spcBef>
                <a:spcPts val="2500"/>
              </a:spcBef>
              <a:buFont typeface="Arial" panose="020B0604020202020204" pitchFamily="34" charset="0"/>
              <a:buNone/>
            </a:pPr>
            <a:r>
              <a:rPr lang="en-US" b="1"/>
              <a:t>Improved Crop Yields</a:t>
            </a:r>
          </a:p>
          <a:p>
            <a:pPr marL="0" lvl="1" indent="0">
              <a:lnSpc>
                <a:spcPct val="120000"/>
              </a:lnSpc>
              <a:buFont typeface="Arial" panose="020B0604020202020204" pitchFamily="34" charset="0"/>
              <a:buNone/>
            </a:pPr>
            <a:r>
              <a:t>Consistent and adequate hydration from smart systems enhances crop growth and productivity.</a:t>
            </a:r>
            <a:endParaRPr lang="en-US"/>
          </a:p>
          <a:p>
            <a:pPr marL="0" indent="0">
              <a:lnSpc>
                <a:spcPct val="120000"/>
              </a:lnSpc>
              <a:spcBef>
                <a:spcPts val="2500"/>
              </a:spcBef>
              <a:buFont typeface="Arial" panose="020B0604020202020204" pitchFamily="34" charset="0"/>
              <a:buNone/>
            </a:pPr>
            <a:r>
              <a:rPr lang="en-US" b="1"/>
              <a:t>Cost and Labor Reduction</a:t>
            </a:r>
          </a:p>
          <a:p>
            <a:pPr marL="0" lvl="1" indent="0">
              <a:lnSpc>
                <a:spcPct val="120000"/>
              </a:lnSpc>
              <a:buFont typeface="Arial" panose="020B0604020202020204" pitchFamily="34" charset="0"/>
              <a:buNone/>
            </a:pPr>
            <a:r>
              <a:t>Automation in smart irrigation lowers operational costs and reduces the need for manual labor.</a:t>
            </a:r>
            <a:endParaRPr lang="en-US"/>
          </a:p>
          <a:p>
            <a:pPr marL="0" indent="0">
              <a:lnSpc>
                <a:spcPct val="120000"/>
              </a:lnSpc>
              <a:spcBef>
                <a:spcPts val="2500"/>
              </a:spcBef>
              <a:buFont typeface="Arial" panose="020B0604020202020204" pitchFamily="34" charset="0"/>
              <a:buNone/>
            </a:pPr>
            <a:r>
              <a:rPr lang="en-US" b="1"/>
              <a:t>Environmental Sustainability</a:t>
            </a:r>
          </a:p>
          <a:p>
            <a:pPr marL="0" lvl="1" indent="0">
              <a:lnSpc>
                <a:spcPct val="120000"/>
              </a:lnSpc>
              <a:buFont typeface="Arial" panose="020B0604020202020204" pitchFamily="34" charset="0"/>
              <a:buNone/>
            </a:pPr>
            <a:r>
              <a:t>Smart irrigation supports sustainable agriculture, helping conserve resources and combat climate change.</a:t>
            </a:r>
            <a:endParaRPr lang="en-US"/>
          </a:p>
        </p:txBody>
      </p:sp>
    </p:spTree>
    <p:extLst>
      <p:ext uri="{BB962C8B-B14F-4D97-AF65-F5344CB8AC3E}">
        <p14:creationId xmlns:p14="http://schemas.microsoft.com/office/powerpoint/2010/main" xmlns="" val="5365481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E32E5C-EFF8-BE25-E82D-5A909B10C5C2}"/>
              </a:ext>
            </a:extLst>
          </p:cNvPr>
          <p:cNvSpPr>
            <a:spLocks noGrp="1"/>
          </p:cNvSpPr>
          <p:nvPr>
            <p:ph type="title"/>
          </p:nvPr>
        </p:nvSpPr>
        <p:spPr>
          <a:xfrm>
            <a:off x="5124091" y="354723"/>
            <a:ext cx="6541852" cy="1166961"/>
          </a:xfrm>
        </p:spPr>
        <p:txBody>
          <a:bodyPr anchor="b">
            <a:normAutofit/>
          </a:bodyPr>
          <a:lstStyle/>
          <a:p>
            <a:r>
              <a:rPr lang="en-US"/>
              <a:t>Challenges</a:t>
            </a:r>
          </a:p>
        </p:txBody>
      </p:sp>
      <p:pic>
        <p:nvPicPr>
          <p:cNvPr id="5" name="Content Placeholder 4" descr="Irrigation equipment working in corn field.">
            <a:extLst>
              <a:ext uri="{FF2B5EF4-FFF2-40B4-BE49-F238E27FC236}">
                <a16:creationId xmlns:a16="http://schemas.microsoft.com/office/drawing/2014/main" xmlns="" id="{C7C9404D-86DC-4644-A89E-4CD49C68B1D5}"/>
              </a:ext>
            </a:extLst>
          </p:cNvPr>
          <p:cNvPicPr>
            <a:picLocks noGrp="1" noChangeAspect="1"/>
          </p:cNvPicPr>
          <p:nvPr>
            <p:ph type="pic" sz="quarter" idx="15"/>
          </p:nvPr>
        </p:nvPicPr>
        <p:blipFill>
          <a:blip r:embed="rId3" cstate="print"/>
          <a:srcRect l="18509" r="39236"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xmlns="" id="{FF4CBAD9-F217-02BA-BC8A-3D4876ACD7E3}"/>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High Initial Investment</a:t>
            </a:r>
          </a:p>
          <a:p>
            <a:pPr marL="0" lvl="1" indent="0">
              <a:lnSpc>
                <a:spcPct val="120000"/>
              </a:lnSpc>
              <a:buFont typeface="Arial" panose="020B0604020202020204" pitchFamily="34" charset="0"/>
              <a:buNone/>
            </a:pPr>
            <a:r>
              <a:t>Smart irrigation requires costly equipment and infrastructure, limiting access for small-scale farmers.</a:t>
            </a:r>
            <a:endParaRPr lang="en-US"/>
          </a:p>
          <a:p>
            <a:pPr marL="0" indent="0">
              <a:lnSpc>
                <a:spcPct val="120000"/>
              </a:lnSpc>
              <a:spcBef>
                <a:spcPts val="2500"/>
              </a:spcBef>
              <a:buFont typeface="Arial" panose="020B0604020202020204" pitchFamily="34" charset="0"/>
              <a:buNone/>
            </a:pPr>
            <a:r>
              <a:rPr lang="en-US" b="1"/>
              <a:t>Technical Complexity</a:t>
            </a:r>
          </a:p>
          <a:p>
            <a:pPr marL="0" lvl="1" indent="0">
              <a:lnSpc>
                <a:spcPct val="120000"/>
              </a:lnSpc>
              <a:buFont typeface="Arial" panose="020B0604020202020204" pitchFamily="34" charset="0"/>
              <a:buNone/>
            </a:pPr>
            <a:r>
              <a:t>Advanced systems need specialized skills for integration and maintenance, posing a barrier to adoption.</a:t>
            </a:r>
            <a:endParaRPr lang="en-US"/>
          </a:p>
          <a:p>
            <a:pPr marL="0" indent="0">
              <a:lnSpc>
                <a:spcPct val="120000"/>
              </a:lnSpc>
              <a:spcBef>
                <a:spcPts val="2500"/>
              </a:spcBef>
              <a:buFont typeface="Arial" panose="020B0604020202020204" pitchFamily="34" charset="0"/>
              <a:buNone/>
            </a:pPr>
            <a:r>
              <a:rPr lang="en-US" b="1"/>
              <a:t>Data Privacy and Security</a:t>
            </a:r>
          </a:p>
          <a:p>
            <a:pPr marL="0" lvl="1" indent="0">
              <a:lnSpc>
                <a:spcPct val="120000"/>
              </a:lnSpc>
              <a:buFont typeface="Arial" panose="020B0604020202020204" pitchFamily="34" charset="0"/>
              <a:buNone/>
            </a:pPr>
            <a:r>
              <a:t>Protecting agricultural data integrity and confidentiality is vital to gain user trust.</a:t>
            </a:r>
            <a:endParaRPr lang="en-US"/>
          </a:p>
          <a:p>
            <a:pPr marL="0" indent="0">
              <a:lnSpc>
                <a:spcPct val="120000"/>
              </a:lnSpc>
              <a:spcBef>
                <a:spcPts val="2500"/>
              </a:spcBef>
              <a:buFont typeface="Arial" panose="020B0604020202020204" pitchFamily="34" charset="0"/>
              <a:buNone/>
            </a:pPr>
            <a:r>
              <a:rPr lang="en-US" b="1"/>
              <a:t>Infrastructure Limitations</a:t>
            </a:r>
          </a:p>
          <a:p>
            <a:pPr marL="0" lvl="1" indent="0">
              <a:lnSpc>
                <a:spcPct val="120000"/>
              </a:lnSpc>
              <a:buFont typeface="Arial" panose="020B0604020202020204" pitchFamily="34" charset="0"/>
              <a:buNone/>
            </a:pPr>
            <a:r>
              <a:t>Poor internet and power supply in rural areas restrict smart irrigation deployment.</a:t>
            </a:r>
            <a:endParaRPr lang="en-US"/>
          </a:p>
        </p:txBody>
      </p:sp>
    </p:spTree>
    <p:extLst>
      <p:ext uri="{BB962C8B-B14F-4D97-AF65-F5344CB8AC3E}">
        <p14:creationId xmlns:p14="http://schemas.microsoft.com/office/powerpoint/2010/main" xmlns="" val="32921082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DBCB0-1857-A631-08D9-DC69A405B8F2}"/>
              </a:ext>
            </a:extLst>
          </p:cNvPr>
          <p:cNvSpPr>
            <a:spLocks noGrp="1"/>
          </p:cNvSpPr>
          <p:nvPr>
            <p:ph type="title"/>
          </p:nvPr>
        </p:nvSpPr>
        <p:spPr>
          <a:xfrm>
            <a:off x="2388871" y="1707549"/>
            <a:ext cx="7258050" cy="2826351"/>
          </a:xfrm>
        </p:spPr>
        <p:txBody>
          <a:bodyPr anchor="ctr">
            <a:normAutofit/>
          </a:bodyPr>
          <a:lstStyle/>
          <a:p>
            <a:r>
              <a:rPr lang="en-US"/>
              <a:t>Future Outlook</a:t>
            </a:r>
          </a:p>
        </p:txBody>
      </p:sp>
    </p:spTree>
    <p:extLst>
      <p:ext uri="{BB962C8B-B14F-4D97-AF65-F5344CB8AC3E}">
        <p14:creationId xmlns:p14="http://schemas.microsoft.com/office/powerpoint/2010/main" xmlns="" val="2749421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8B3763-09BB-1812-577A-BFD8DC2EB46B}"/>
              </a:ext>
            </a:extLst>
          </p:cNvPr>
          <p:cNvSpPr>
            <a:spLocks noGrp="1"/>
          </p:cNvSpPr>
          <p:nvPr>
            <p:ph type="title"/>
          </p:nvPr>
        </p:nvSpPr>
        <p:spPr>
          <a:xfrm>
            <a:off x="514008" y="354723"/>
            <a:ext cx="6634937" cy="1166961"/>
          </a:xfrm>
        </p:spPr>
        <p:txBody>
          <a:bodyPr anchor="b">
            <a:normAutofit/>
          </a:bodyPr>
          <a:lstStyle/>
          <a:p>
            <a:r>
              <a:rPr lang="en-US"/>
              <a:t>Future Trends</a:t>
            </a:r>
          </a:p>
        </p:txBody>
      </p:sp>
      <p:sp>
        <p:nvSpPr>
          <p:cNvPr id="4" name="Content Placeholder 3">
            <a:extLst>
              <a:ext uri="{FF2B5EF4-FFF2-40B4-BE49-F238E27FC236}">
                <a16:creationId xmlns:a16="http://schemas.microsoft.com/office/drawing/2014/main" xmlns="" id="{C87D778A-059D-4942-C14D-3027E0BD91E0}"/>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4350" y="1701800"/>
            <a:ext cx="6634163" cy="4557713"/>
          </a:xfrm>
        </p:spPr>
        <p:txBody>
          <a:bodyPr>
            <a:normAutofit/>
          </a:bodyPr>
          <a:lstStyle/>
          <a:p>
            <a:pPr marL="0" indent="0">
              <a:lnSpc>
                <a:spcPct val="120000"/>
              </a:lnSpc>
              <a:spcBef>
                <a:spcPts val="2500"/>
              </a:spcBef>
              <a:buFont typeface="Arial" panose="020B0604020202020204" pitchFamily="34" charset="0"/>
              <a:buNone/>
            </a:pPr>
            <a:r>
              <a:rPr lang="en-US" b="1"/>
              <a:t>Drones and Satellite Imaging</a:t>
            </a:r>
          </a:p>
          <a:p>
            <a:pPr marL="0" lvl="1" indent="0">
              <a:lnSpc>
                <a:spcPct val="120000"/>
              </a:lnSpc>
              <a:buFont typeface="Arial" panose="020B0604020202020204" pitchFamily="34" charset="0"/>
              <a:buNone/>
            </a:pPr>
            <a:r>
              <a:t>Integration of drones and satellite imaging provides detailed data on crop health and soil conditions for precise irrigation.</a:t>
            </a:r>
            <a:endParaRPr lang="en-US"/>
          </a:p>
          <a:p>
            <a:pPr marL="0" indent="0">
              <a:lnSpc>
                <a:spcPct val="120000"/>
              </a:lnSpc>
              <a:spcBef>
                <a:spcPts val="2500"/>
              </a:spcBef>
              <a:buFont typeface="Arial" panose="020B0604020202020204" pitchFamily="34" charset="0"/>
              <a:buNone/>
            </a:pPr>
            <a:r>
              <a:rPr lang="en-US" b="1"/>
              <a:t>Advanced AI Systems</a:t>
            </a:r>
          </a:p>
          <a:p>
            <a:pPr marL="0" lvl="1" indent="0">
              <a:lnSpc>
                <a:spcPct val="120000"/>
              </a:lnSpc>
              <a:buFont typeface="Arial" panose="020B0604020202020204" pitchFamily="34" charset="0"/>
              <a:buNone/>
            </a:pPr>
            <a:r>
              <a:t>AI-powered autonomous irrigation systems can learn, adapt, and make complex decisions without human input.</a:t>
            </a:r>
            <a:endParaRPr lang="en-US"/>
          </a:p>
          <a:p>
            <a:pPr marL="0" indent="0">
              <a:lnSpc>
                <a:spcPct val="120000"/>
              </a:lnSpc>
              <a:spcBef>
                <a:spcPts val="2500"/>
              </a:spcBef>
              <a:buFont typeface="Arial" panose="020B0604020202020204" pitchFamily="34" charset="0"/>
              <a:buNone/>
            </a:pPr>
            <a:r>
              <a:rPr lang="en-US" b="1"/>
              <a:t>Blockchain for Data Integrity</a:t>
            </a:r>
          </a:p>
          <a:p>
            <a:pPr marL="0" lvl="1" indent="0">
              <a:lnSpc>
                <a:spcPct val="120000"/>
              </a:lnSpc>
              <a:buFont typeface="Arial" panose="020B0604020202020204" pitchFamily="34" charset="0"/>
              <a:buNone/>
            </a:pPr>
            <a:r>
              <a:t>Blockchain technology ensures transparency and security in data management for supply chain and resource tracking.</a:t>
            </a:r>
            <a:endParaRPr lang="en-US"/>
          </a:p>
          <a:p>
            <a:pPr marL="0" indent="0">
              <a:lnSpc>
                <a:spcPct val="120000"/>
              </a:lnSpc>
              <a:spcBef>
                <a:spcPts val="2500"/>
              </a:spcBef>
              <a:buFont typeface="Arial" panose="020B0604020202020204" pitchFamily="34" charset="0"/>
              <a:buNone/>
            </a:pPr>
            <a:r>
              <a:rPr lang="en-US" b="1"/>
              <a:t>Global Expansion and Sustainability</a:t>
            </a:r>
          </a:p>
          <a:p>
            <a:pPr marL="0" lvl="1" indent="0">
              <a:lnSpc>
                <a:spcPct val="120000"/>
              </a:lnSpc>
              <a:buFont typeface="Arial" panose="020B0604020202020204" pitchFamily="34" charset="0"/>
              <a:buNone/>
            </a:pPr>
            <a:r>
              <a:t>Smart irrigation is expanding in developing regions to promote sustainable agriculture with international support.</a:t>
            </a:r>
            <a:endParaRPr lang="en-US"/>
          </a:p>
        </p:txBody>
      </p:sp>
      <p:pic>
        <p:nvPicPr>
          <p:cNvPr id="5" name="Content Placeholder 4" descr="Drone flying over a field">
            <a:extLst>
              <a:ext uri="{FF2B5EF4-FFF2-40B4-BE49-F238E27FC236}">
                <a16:creationId xmlns:a16="http://schemas.microsoft.com/office/drawing/2014/main" xmlns="" id="{51F1868F-7D00-48C7-86D3-0C281861018F}"/>
              </a:ext>
            </a:extLst>
          </p:cNvPr>
          <p:cNvPicPr>
            <a:picLocks noGrp="1" noChangeAspect="1"/>
          </p:cNvPicPr>
          <p:nvPr>
            <p:ph type="pic" sz="quarter" idx="13"/>
          </p:nvPr>
        </p:nvPicPr>
        <p:blipFill>
          <a:blip r:embed="rId3" cstate="print"/>
          <a:srcRect l="32695" r="24036"/>
          <a:stretch>
            <a:fillRect/>
          </a:stretch>
        </p:blipFill>
        <p:spPr>
          <a:xfrm>
            <a:off x="7729737" y="2"/>
            <a:ext cx="4462262" cy="6857999"/>
          </a:xfrm>
          <a:prstGeom prst="rect">
            <a:avLst/>
          </a:prstGeom>
          <a:noFill/>
        </p:spPr>
      </p:pic>
    </p:spTree>
    <p:extLst>
      <p:ext uri="{BB962C8B-B14F-4D97-AF65-F5344CB8AC3E}">
        <p14:creationId xmlns:p14="http://schemas.microsoft.com/office/powerpoint/2010/main" xmlns="" val="3307709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15BDF6-5F27-E906-7C9E-21D2E1DF7A38}"/>
              </a:ext>
            </a:extLst>
          </p:cNvPr>
          <p:cNvSpPr>
            <a:spLocks noGrp="1"/>
          </p:cNvSpPr>
          <p:nvPr>
            <p:ph type="title"/>
          </p:nvPr>
        </p:nvSpPr>
        <p:spPr>
          <a:xfrm>
            <a:off x="2388871" y="1707549"/>
            <a:ext cx="7258050" cy="2826351"/>
          </a:xfrm>
        </p:spPr>
        <p:txBody>
          <a:bodyPr anchor="ctr">
            <a:normAutofit/>
          </a:bodyPr>
          <a:lstStyle/>
          <a:p>
            <a:r>
              <a:rPr lang="en-US"/>
              <a:t>Resources</a:t>
            </a:r>
          </a:p>
        </p:txBody>
      </p:sp>
    </p:spTree>
    <p:extLst>
      <p:ext uri="{BB962C8B-B14F-4D97-AF65-F5344CB8AC3E}">
        <p14:creationId xmlns:p14="http://schemas.microsoft.com/office/powerpoint/2010/main" xmlns="" val="2299090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E0AFF4-B811-6070-0A8E-77AA07E2752A}"/>
              </a:ext>
            </a:extLst>
          </p:cNvPr>
          <p:cNvSpPr>
            <a:spLocks noGrp="1"/>
          </p:cNvSpPr>
          <p:nvPr>
            <p:ph type="title"/>
          </p:nvPr>
        </p:nvSpPr>
        <p:spPr>
          <a:xfrm>
            <a:off x="5124091" y="354723"/>
            <a:ext cx="6541852" cy="1166961"/>
          </a:xfrm>
        </p:spPr>
        <p:txBody>
          <a:bodyPr anchor="b">
            <a:normAutofit/>
          </a:bodyPr>
          <a:lstStyle/>
          <a:p>
            <a:r>
              <a:rPr lang="en-US"/>
              <a:t>References</a:t>
            </a:r>
          </a:p>
        </p:txBody>
      </p:sp>
      <p:pic>
        <p:nvPicPr>
          <p:cNvPr id="5" name="Content Placeholder 4" descr="Tablets and solar panels">
            <a:extLst>
              <a:ext uri="{FF2B5EF4-FFF2-40B4-BE49-F238E27FC236}">
                <a16:creationId xmlns:a16="http://schemas.microsoft.com/office/drawing/2014/main" xmlns="" id="{5D0A8A9E-8865-4530-862D-0A2E049A9302}"/>
              </a:ext>
            </a:extLst>
          </p:cNvPr>
          <p:cNvPicPr>
            <a:picLocks noGrp="1" noChangeAspect="1"/>
          </p:cNvPicPr>
          <p:nvPr>
            <p:ph type="pic" sz="quarter" idx="15"/>
          </p:nvPr>
        </p:nvPicPr>
        <p:blipFill>
          <a:blip r:embed="rId3" cstate="print"/>
          <a:srcRect l="28798" r="28947"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xmlns="" id="{6AE4ABB9-5132-170B-9103-F726D27D40D0}"/>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FAO Reports</a:t>
            </a:r>
          </a:p>
          <a:p>
            <a:pPr marL="0" lvl="1" indent="0">
              <a:lnSpc>
                <a:spcPct val="120000"/>
              </a:lnSpc>
              <a:buFont typeface="Arial" panose="020B0604020202020204" pitchFamily="34" charset="0"/>
              <a:buNone/>
            </a:pPr>
            <a:r>
              <a:t>FAO provides extensive reports on smart agriculture and efficient water management practices.</a:t>
            </a:r>
            <a:endParaRPr lang="en-US"/>
          </a:p>
          <a:p>
            <a:pPr marL="0" indent="0">
              <a:lnSpc>
                <a:spcPct val="120000"/>
              </a:lnSpc>
              <a:spcBef>
                <a:spcPts val="2500"/>
              </a:spcBef>
              <a:buFont typeface="Arial" panose="020B0604020202020204" pitchFamily="34" charset="0"/>
              <a:buNone/>
            </a:pPr>
            <a:r>
              <a:rPr lang="en-US" b="1"/>
              <a:t>IEEE Publications</a:t>
            </a:r>
          </a:p>
          <a:p>
            <a:pPr marL="0" lvl="1" indent="0">
              <a:lnSpc>
                <a:spcPct val="120000"/>
              </a:lnSpc>
              <a:buFont typeface="Arial" panose="020B0604020202020204" pitchFamily="34" charset="0"/>
              <a:buNone/>
            </a:pPr>
            <a:r>
              <a:t>IEEE offers technical insights into IoT and AI applications within agricultural systems.</a:t>
            </a:r>
            <a:endParaRPr lang="en-US"/>
          </a:p>
          <a:p>
            <a:pPr marL="0" indent="0">
              <a:lnSpc>
                <a:spcPct val="120000"/>
              </a:lnSpc>
              <a:spcBef>
                <a:spcPts val="2500"/>
              </a:spcBef>
              <a:buFont typeface="Arial" panose="020B0604020202020204" pitchFamily="34" charset="0"/>
              <a:buNone/>
            </a:pPr>
            <a:r>
              <a:rPr lang="en-US" b="1"/>
              <a:t>ResearchGate Papers</a:t>
            </a:r>
          </a:p>
          <a:p>
            <a:pPr marL="0" lvl="1" indent="0">
              <a:lnSpc>
                <a:spcPct val="120000"/>
              </a:lnSpc>
              <a:buFont typeface="Arial" panose="020B0604020202020204" pitchFamily="34" charset="0"/>
              <a:buNone/>
            </a:pPr>
            <a:r>
              <a:t>ResearchGate hosts numerous academic papers on design and implementation of smart irrigation.</a:t>
            </a:r>
            <a:endParaRPr lang="en-US"/>
          </a:p>
          <a:p>
            <a:pPr marL="0" indent="0">
              <a:lnSpc>
                <a:spcPct val="120000"/>
              </a:lnSpc>
              <a:spcBef>
                <a:spcPts val="2500"/>
              </a:spcBef>
              <a:buFont typeface="Arial" panose="020B0604020202020204" pitchFamily="34" charset="0"/>
              <a:buNone/>
            </a:pPr>
            <a:r>
              <a:rPr lang="en-US" b="1"/>
              <a:t>World Bank Data</a:t>
            </a:r>
          </a:p>
          <a:p>
            <a:pPr marL="0" lvl="1" indent="0">
              <a:lnSpc>
                <a:spcPct val="120000"/>
              </a:lnSpc>
              <a:buFont typeface="Arial" panose="020B0604020202020204" pitchFamily="34" charset="0"/>
              <a:buNone/>
            </a:pPr>
            <a:r>
              <a:t>World Bank provides valuable data and analysis on water management impact in agriculture.</a:t>
            </a:r>
            <a:endParaRPr lang="en-US"/>
          </a:p>
        </p:txBody>
      </p:sp>
    </p:spTree>
    <p:extLst>
      <p:ext uri="{BB962C8B-B14F-4D97-AF65-F5344CB8AC3E}">
        <p14:creationId xmlns:p14="http://schemas.microsoft.com/office/powerpoint/2010/main" xmlns="" val="14530984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0FEC98-8858-408D-B2FD-DF30EA7BAF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BC688CB-CD41-412D-8E6B-F14E13D0EA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2432528-3B37-4D02-824C-AED8B98277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47</TotalTime>
  <Words>588</Words>
  <Application>Microsoft Office PowerPoint</Application>
  <PresentationFormat>Personnalisé</PresentationFormat>
  <Paragraphs>96</Paragraphs>
  <Slides>14</Slides>
  <Notes>14</Notes>
  <HiddenSlides>0</HiddenSlides>
  <MMClips>0</MMClips>
  <ScaleCrop>false</ScaleCrop>
  <HeadingPairs>
    <vt:vector size="4" baseType="variant">
      <vt:variant>
        <vt:lpstr>Thème</vt:lpstr>
      </vt:variant>
      <vt:variant>
        <vt:i4>1</vt:i4>
      </vt:variant>
      <vt:variant>
        <vt:lpstr>Titres des diapositives</vt:lpstr>
      </vt:variant>
      <vt:variant>
        <vt:i4>14</vt:i4>
      </vt:variant>
    </vt:vector>
  </HeadingPairs>
  <TitlesOfParts>
    <vt:vector size="15" baseType="lpstr">
      <vt:lpstr>Cut paper</vt:lpstr>
      <vt:lpstr>Technology Trends: Smart Irrigation </vt:lpstr>
      <vt:lpstr>Overview of final year project</vt:lpstr>
      <vt:lpstr>Overview of Smart Irrigation</vt:lpstr>
      <vt:lpstr>Introduction</vt:lpstr>
      <vt:lpstr>Why Smart Irrigation?</vt:lpstr>
      <vt:lpstr>Technological Foundations</vt:lpstr>
      <vt:lpstr>Key Technologies in Smart Irrigation</vt:lpstr>
      <vt:lpstr>Impact and Challenges</vt:lpstr>
      <vt:lpstr>Benefits of Smart Irrigation</vt:lpstr>
      <vt:lpstr>Challenges</vt:lpstr>
      <vt:lpstr>Future Outlook</vt:lpstr>
      <vt:lpstr>Future Trends</vt:lpstr>
      <vt:lpstr>Resources</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Trends: Smart Irrigation</dc:title>
  <dc:creator>Ferid Saad</dc:creator>
  <cp:lastModifiedBy>Ferid Saad</cp:lastModifiedBy>
  <cp:revision>9</cp:revision>
  <dcterms:created xsi:type="dcterms:W3CDTF">2025-08-04T19:22:57Z</dcterms:created>
  <dcterms:modified xsi:type="dcterms:W3CDTF">2025-11-05T23:04:08Z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